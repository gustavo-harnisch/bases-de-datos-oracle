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2"/>
  </p:notesMasterIdLst>
  <p:sldIdLst>
    <p:sldId id="513" r:id="rId2"/>
    <p:sldId id="536" r:id="rId3"/>
    <p:sldId id="562" r:id="rId4"/>
    <p:sldId id="563" r:id="rId5"/>
    <p:sldId id="564" r:id="rId6"/>
    <p:sldId id="565" r:id="rId7"/>
    <p:sldId id="566" r:id="rId8"/>
    <p:sldId id="567" r:id="rId9"/>
    <p:sldId id="568" r:id="rId10"/>
    <p:sldId id="535" r:id="rId11"/>
  </p:sldIdLst>
  <p:sldSz cx="13835063" cy="7781925"/>
  <p:notesSz cx="6858000" cy="9144000"/>
  <p:defaultTextStyle>
    <a:defPPr>
      <a:defRPr lang="es-ES"/>
    </a:defPPr>
    <a:lvl1pPr marL="0" algn="l" defTabSz="509412" rtl="0" eaLnBrk="1" latinLnBrk="0" hangingPunct="1">
      <a:defRPr sz="2000" kern="1200">
        <a:solidFill>
          <a:schemeClr val="tx1"/>
        </a:solidFill>
        <a:latin typeface="+mn-lt"/>
        <a:ea typeface="+mn-ea"/>
        <a:cs typeface="+mn-cs"/>
      </a:defRPr>
    </a:lvl1pPr>
    <a:lvl2pPr marL="509412" algn="l" defTabSz="509412" rtl="0" eaLnBrk="1" latinLnBrk="0" hangingPunct="1">
      <a:defRPr sz="2000" kern="1200">
        <a:solidFill>
          <a:schemeClr val="tx1"/>
        </a:solidFill>
        <a:latin typeface="+mn-lt"/>
        <a:ea typeface="+mn-ea"/>
        <a:cs typeface="+mn-cs"/>
      </a:defRPr>
    </a:lvl2pPr>
    <a:lvl3pPr marL="1018824" algn="l" defTabSz="509412" rtl="0" eaLnBrk="1" latinLnBrk="0" hangingPunct="1">
      <a:defRPr sz="2000" kern="1200">
        <a:solidFill>
          <a:schemeClr val="tx1"/>
        </a:solidFill>
        <a:latin typeface="+mn-lt"/>
        <a:ea typeface="+mn-ea"/>
        <a:cs typeface="+mn-cs"/>
      </a:defRPr>
    </a:lvl3pPr>
    <a:lvl4pPr marL="1528237" algn="l" defTabSz="509412" rtl="0" eaLnBrk="1" latinLnBrk="0" hangingPunct="1">
      <a:defRPr sz="2000" kern="1200">
        <a:solidFill>
          <a:schemeClr val="tx1"/>
        </a:solidFill>
        <a:latin typeface="+mn-lt"/>
        <a:ea typeface="+mn-ea"/>
        <a:cs typeface="+mn-cs"/>
      </a:defRPr>
    </a:lvl4pPr>
    <a:lvl5pPr marL="2037649" algn="l" defTabSz="509412" rtl="0" eaLnBrk="1" latinLnBrk="0" hangingPunct="1">
      <a:defRPr sz="2000" kern="1200">
        <a:solidFill>
          <a:schemeClr val="tx1"/>
        </a:solidFill>
        <a:latin typeface="+mn-lt"/>
        <a:ea typeface="+mn-ea"/>
        <a:cs typeface="+mn-cs"/>
      </a:defRPr>
    </a:lvl5pPr>
    <a:lvl6pPr marL="2547061" algn="l" defTabSz="509412" rtl="0" eaLnBrk="1" latinLnBrk="0" hangingPunct="1">
      <a:defRPr sz="2000" kern="1200">
        <a:solidFill>
          <a:schemeClr val="tx1"/>
        </a:solidFill>
        <a:latin typeface="+mn-lt"/>
        <a:ea typeface="+mn-ea"/>
        <a:cs typeface="+mn-cs"/>
      </a:defRPr>
    </a:lvl6pPr>
    <a:lvl7pPr marL="3056473" algn="l" defTabSz="509412" rtl="0" eaLnBrk="1" latinLnBrk="0" hangingPunct="1">
      <a:defRPr sz="2000" kern="1200">
        <a:solidFill>
          <a:schemeClr val="tx1"/>
        </a:solidFill>
        <a:latin typeface="+mn-lt"/>
        <a:ea typeface="+mn-ea"/>
        <a:cs typeface="+mn-cs"/>
      </a:defRPr>
    </a:lvl7pPr>
    <a:lvl8pPr marL="3565886" algn="l" defTabSz="509412" rtl="0" eaLnBrk="1" latinLnBrk="0" hangingPunct="1">
      <a:defRPr sz="2000" kern="1200">
        <a:solidFill>
          <a:schemeClr val="tx1"/>
        </a:solidFill>
        <a:latin typeface="+mn-lt"/>
        <a:ea typeface="+mn-ea"/>
        <a:cs typeface="+mn-cs"/>
      </a:defRPr>
    </a:lvl8pPr>
    <a:lvl9pPr marL="4075298" algn="l" defTabSz="509412"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51" userDrawn="1">
          <p15:clr>
            <a:srgbClr val="A4A3A4"/>
          </p15:clr>
        </p15:guide>
        <p15:guide id="2" pos="435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38D"/>
    <a:srgbClr val="3A4A6A"/>
    <a:srgbClr val="385D8B"/>
    <a:srgbClr val="ACE946"/>
    <a:srgbClr val="663300"/>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59" autoAdjust="0"/>
    <p:restoredTop sz="93091" autoAdjust="0"/>
  </p:normalViewPr>
  <p:slideViewPr>
    <p:cSldViewPr snapToGrid="0" snapToObjects="1">
      <p:cViewPr varScale="1">
        <p:scale>
          <a:sx n="82" d="100"/>
          <a:sy n="82" d="100"/>
        </p:scale>
        <p:origin x="760" y="168"/>
      </p:cViewPr>
      <p:guideLst>
        <p:guide orient="horz" pos="2451"/>
        <p:guide pos="4358"/>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ISTOFHER ANDRES ROJAS ROJAS" userId="ff4a2ee5-b92d-4cf2-97fa-1b800dd1f1dd" providerId="ADAL" clId="{41A92D29-8BD5-40EA-B071-4A942BDDCEE0}"/>
    <pc:docChg chg="undo custSel addSld delSld modSld">
      <pc:chgData name="CRISTOFHER ANDRES ROJAS ROJAS" userId="ff4a2ee5-b92d-4cf2-97fa-1b800dd1f1dd" providerId="ADAL" clId="{41A92D29-8BD5-40EA-B071-4A942BDDCEE0}" dt="2020-04-22T09:38:19.948" v="1273" actId="47"/>
      <pc:docMkLst>
        <pc:docMk/>
      </pc:docMkLst>
      <pc:sldChg chg="modSp">
        <pc:chgData name="CRISTOFHER ANDRES ROJAS ROJAS" userId="ff4a2ee5-b92d-4cf2-97fa-1b800dd1f1dd" providerId="ADAL" clId="{41A92D29-8BD5-40EA-B071-4A942BDDCEE0}" dt="2020-04-22T08:53:20.797" v="38" actId="20577"/>
        <pc:sldMkLst>
          <pc:docMk/>
          <pc:sldMk cId="2505037563" sldId="256"/>
        </pc:sldMkLst>
        <pc:spChg chg="mod">
          <ac:chgData name="CRISTOFHER ANDRES ROJAS ROJAS" userId="ff4a2ee5-b92d-4cf2-97fa-1b800dd1f1dd" providerId="ADAL" clId="{41A92D29-8BD5-40EA-B071-4A942BDDCEE0}" dt="2020-04-22T08:53:20.797" v="38" actId="20577"/>
          <ac:spMkLst>
            <pc:docMk/>
            <pc:sldMk cId="2505037563" sldId="256"/>
            <ac:spMk id="8" creationId="{4B3C8749-A33F-49FE-B61E-25BC4F1F402D}"/>
          </ac:spMkLst>
        </pc:spChg>
      </pc:sldChg>
      <pc:sldChg chg="delSp modSp modAnim">
        <pc:chgData name="CRISTOFHER ANDRES ROJAS ROJAS" userId="ff4a2ee5-b92d-4cf2-97fa-1b800dd1f1dd" providerId="ADAL" clId="{41A92D29-8BD5-40EA-B071-4A942BDDCEE0}" dt="2020-04-22T09:04:29.912" v="482"/>
        <pc:sldMkLst>
          <pc:docMk/>
          <pc:sldMk cId="1682723415" sldId="257"/>
        </pc:sldMkLst>
        <pc:spChg chg="mod">
          <ac:chgData name="CRISTOFHER ANDRES ROJAS ROJAS" userId="ff4a2ee5-b92d-4cf2-97fa-1b800dd1f1dd" providerId="ADAL" clId="{41A92D29-8BD5-40EA-B071-4A942BDDCEE0}" dt="2020-04-22T09:04:26.947" v="481" actId="5793"/>
          <ac:spMkLst>
            <pc:docMk/>
            <pc:sldMk cId="1682723415" sldId="257"/>
            <ac:spMk id="3" creationId="{00000000-0000-0000-0000-000000000000}"/>
          </ac:spMkLst>
        </pc:spChg>
        <pc:spChg chg="mod">
          <ac:chgData name="CRISTOFHER ANDRES ROJAS ROJAS" userId="ff4a2ee5-b92d-4cf2-97fa-1b800dd1f1dd" providerId="ADAL" clId="{41A92D29-8BD5-40EA-B071-4A942BDDCEE0}" dt="2020-04-22T09:00:58.523" v="390" actId="20577"/>
          <ac:spMkLst>
            <pc:docMk/>
            <pc:sldMk cId="1682723415" sldId="257"/>
            <ac:spMk id="9" creationId="{7657357B-CCE3-49B3-BAC6-B043C23EBB0D}"/>
          </ac:spMkLst>
        </pc:spChg>
        <pc:picChg chg="del">
          <ac:chgData name="CRISTOFHER ANDRES ROJAS ROJAS" userId="ff4a2ee5-b92d-4cf2-97fa-1b800dd1f1dd" providerId="ADAL" clId="{41A92D29-8BD5-40EA-B071-4A942BDDCEE0}" dt="2020-04-22T08:55:39.796" v="138" actId="478"/>
          <ac:picMkLst>
            <pc:docMk/>
            <pc:sldMk cId="1682723415" sldId="257"/>
            <ac:picMk id="2050" creationId="{EA2EA1A3-8C8E-48F3-B74B-E3391C7938B4}"/>
          </ac:picMkLst>
        </pc:picChg>
      </pc:sldChg>
      <pc:sldChg chg="modSp modAnim">
        <pc:chgData name="CRISTOFHER ANDRES ROJAS ROJAS" userId="ff4a2ee5-b92d-4cf2-97fa-1b800dd1f1dd" providerId="ADAL" clId="{41A92D29-8BD5-40EA-B071-4A942BDDCEE0}" dt="2020-04-22T09:08:26.083" v="562" actId="20577"/>
        <pc:sldMkLst>
          <pc:docMk/>
          <pc:sldMk cId="2707598819" sldId="260"/>
        </pc:sldMkLst>
        <pc:spChg chg="mod">
          <ac:chgData name="CRISTOFHER ANDRES ROJAS ROJAS" userId="ff4a2ee5-b92d-4cf2-97fa-1b800dd1f1dd" providerId="ADAL" clId="{41A92D29-8BD5-40EA-B071-4A942BDDCEE0}" dt="2020-04-22T09:08:26.083" v="562" actId="20577"/>
          <ac:spMkLst>
            <pc:docMk/>
            <pc:sldMk cId="2707598819" sldId="260"/>
            <ac:spMk id="3" creationId="{00000000-0000-0000-0000-000000000000}"/>
          </ac:spMkLst>
        </pc:spChg>
      </pc:sldChg>
      <pc:sldChg chg="addSp delSp modSp del">
        <pc:chgData name="CRISTOFHER ANDRES ROJAS ROJAS" userId="ff4a2ee5-b92d-4cf2-97fa-1b800dd1f1dd" providerId="ADAL" clId="{41A92D29-8BD5-40EA-B071-4A942BDDCEE0}" dt="2020-04-22T09:01:01.620" v="391" actId="47"/>
        <pc:sldMkLst>
          <pc:docMk/>
          <pc:sldMk cId="1882310351" sldId="261"/>
        </pc:sldMkLst>
        <pc:spChg chg="add mod">
          <ac:chgData name="CRISTOFHER ANDRES ROJAS ROJAS" userId="ff4a2ee5-b92d-4cf2-97fa-1b800dd1f1dd" providerId="ADAL" clId="{41A92D29-8BD5-40EA-B071-4A942BDDCEE0}" dt="2020-04-22T08:55:35.560" v="135" actId="478"/>
          <ac:spMkLst>
            <pc:docMk/>
            <pc:sldMk cId="1882310351" sldId="261"/>
            <ac:spMk id="2" creationId="{153D81F5-1655-4E6C-8E78-ED4778BC00BB}"/>
          </ac:spMkLst>
        </pc:spChg>
        <pc:picChg chg="del">
          <ac:chgData name="CRISTOFHER ANDRES ROJAS ROJAS" userId="ff4a2ee5-b92d-4cf2-97fa-1b800dd1f1dd" providerId="ADAL" clId="{41A92D29-8BD5-40EA-B071-4A942BDDCEE0}" dt="2020-04-22T08:55:35.560" v="135" actId="478"/>
          <ac:picMkLst>
            <pc:docMk/>
            <pc:sldMk cId="1882310351" sldId="261"/>
            <ac:picMk id="1026" creationId="{C4A1D1E8-E136-467D-B331-0899B1DF1AAA}"/>
          </ac:picMkLst>
        </pc:picChg>
      </pc:sldChg>
      <pc:sldChg chg="modSp modAnim">
        <pc:chgData name="CRISTOFHER ANDRES ROJAS ROJAS" userId="ff4a2ee5-b92d-4cf2-97fa-1b800dd1f1dd" providerId="ADAL" clId="{41A92D29-8BD5-40EA-B071-4A942BDDCEE0}" dt="2020-04-22T09:05:42.850" v="492" actId="1076"/>
        <pc:sldMkLst>
          <pc:docMk/>
          <pc:sldMk cId="2659890596" sldId="262"/>
        </pc:sldMkLst>
        <pc:spChg chg="mod">
          <ac:chgData name="CRISTOFHER ANDRES ROJAS ROJAS" userId="ff4a2ee5-b92d-4cf2-97fa-1b800dd1f1dd" providerId="ADAL" clId="{41A92D29-8BD5-40EA-B071-4A942BDDCEE0}" dt="2020-04-22T09:05:20.689" v="490" actId="403"/>
          <ac:spMkLst>
            <pc:docMk/>
            <pc:sldMk cId="2659890596" sldId="262"/>
            <ac:spMk id="3" creationId="{00000000-0000-0000-0000-000000000000}"/>
          </ac:spMkLst>
        </pc:spChg>
        <pc:spChg chg="mod">
          <ac:chgData name="CRISTOFHER ANDRES ROJAS ROJAS" userId="ff4a2ee5-b92d-4cf2-97fa-1b800dd1f1dd" providerId="ADAL" clId="{41A92D29-8BD5-40EA-B071-4A942BDDCEE0}" dt="2020-04-22T09:05:42.850" v="492" actId="1076"/>
          <ac:spMkLst>
            <pc:docMk/>
            <pc:sldMk cId="2659890596" sldId="262"/>
            <ac:spMk id="7" creationId="{A5E2500C-D187-4F08-8D98-3D33BFEA4C8C}"/>
          </ac:spMkLst>
        </pc:spChg>
      </pc:sldChg>
      <pc:sldChg chg="modSp">
        <pc:chgData name="CRISTOFHER ANDRES ROJAS ROJAS" userId="ff4a2ee5-b92d-4cf2-97fa-1b800dd1f1dd" providerId="ADAL" clId="{41A92D29-8BD5-40EA-B071-4A942BDDCEE0}" dt="2020-04-22T09:05:36.882" v="491"/>
        <pc:sldMkLst>
          <pc:docMk/>
          <pc:sldMk cId="1702473761" sldId="346"/>
        </pc:sldMkLst>
        <pc:spChg chg="mod">
          <ac:chgData name="CRISTOFHER ANDRES ROJAS ROJAS" userId="ff4a2ee5-b92d-4cf2-97fa-1b800dd1f1dd" providerId="ADAL" clId="{41A92D29-8BD5-40EA-B071-4A942BDDCEE0}" dt="2020-04-22T09:05:36.882" v="491"/>
          <ac:spMkLst>
            <pc:docMk/>
            <pc:sldMk cId="1702473761" sldId="346"/>
            <ac:spMk id="6" creationId="{00000000-0000-0000-0000-000000000000}"/>
          </ac:spMkLst>
        </pc:spChg>
      </pc:sldChg>
      <pc:sldChg chg="modSp modAnim">
        <pc:chgData name="CRISTOFHER ANDRES ROJAS ROJAS" userId="ff4a2ee5-b92d-4cf2-97fa-1b800dd1f1dd" providerId="ADAL" clId="{41A92D29-8BD5-40EA-B071-4A942BDDCEE0}" dt="2020-04-22T09:07:06.302" v="520" actId="27636"/>
        <pc:sldMkLst>
          <pc:docMk/>
          <pc:sldMk cId="1444201569" sldId="348"/>
        </pc:sldMkLst>
        <pc:spChg chg="mod">
          <ac:chgData name="CRISTOFHER ANDRES ROJAS ROJAS" userId="ff4a2ee5-b92d-4cf2-97fa-1b800dd1f1dd" providerId="ADAL" clId="{41A92D29-8BD5-40EA-B071-4A942BDDCEE0}" dt="2020-04-22T09:06:37.529" v="501" actId="20577"/>
          <ac:spMkLst>
            <pc:docMk/>
            <pc:sldMk cId="1444201569" sldId="348"/>
            <ac:spMk id="6" creationId="{00000000-0000-0000-0000-000000000000}"/>
          </ac:spMkLst>
        </pc:spChg>
        <pc:spChg chg="mod">
          <ac:chgData name="CRISTOFHER ANDRES ROJAS ROJAS" userId="ff4a2ee5-b92d-4cf2-97fa-1b800dd1f1dd" providerId="ADAL" clId="{41A92D29-8BD5-40EA-B071-4A942BDDCEE0}" dt="2020-04-22T09:07:06.302" v="520" actId="27636"/>
          <ac:spMkLst>
            <pc:docMk/>
            <pc:sldMk cId="1444201569" sldId="348"/>
            <ac:spMk id="7" creationId="{00000000-0000-0000-0000-000000000000}"/>
          </ac:spMkLst>
        </pc:spChg>
      </pc:sldChg>
      <pc:sldChg chg="modSp modAnim">
        <pc:chgData name="CRISTOFHER ANDRES ROJAS ROJAS" userId="ff4a2ee5-b92d-4cf2-97fa-1b800dd1f1dd" providerId="ADAL" clId="{41A92D29-8BD5-40EA-B071-4A942BDDCEE0}" dt="2020-04-22T09:08:08.436" v="538" actId="255"/>
        <pc:sldMkLst>
          <pc:docMk/>
          <pc:sldMk cId="3873343043" sldId="349"/>
        </pc:sldMkLst>
        <pc:spChg chg="mod">
          <ac:chgData name="CRISTOFHER ANDRES ROJAS ROJAS" userId="ff4a2ee5-b92d-4cf2-97fa-1b800dd1f1dd" providerId="ADAL" clId="{41A92D29-8BD5-40EA-B071-4A942BDDCEE0}" dt="2020-04-22T09:08:08.436" v="538" actId="255"/>
          <ac:spMkLst>
            <pc:docMk/>
            <pc:sldMk cId="3873343043" sldId="349"/>
            <ac:spMk id="7" creationId="{00000000-0000-0000-0000-000000000000}"/>
          </ac:spMkLst>
        </pc:spChg>
      </pc:sldChg>
      <pc:sldChg chg="addSp delSp modSp modAnim">
        <pc:chgData name="CRISTOFHER ANDRES ROJAS ROJAS" userId="ff4a2ee5-b92d-4cf2-97fa-1b800dd1f1dd" providerId="ADAL" clId="{41A92D29-8BD5-40EA-B071-4A942BDDCEE0}" dt="2020-04-22T09:38:13.775" v="1272" actId="478"/>
        <pc:sldMkLst>
          <pc:docMk/>
          <pc:sldMk cId="2108958779" sldId="350"/>
        </pc:sldMkLst>
        <pc:spChg chg="add del mod">
          <ac:chgData name="CRISTOFHER ANDRES ROJAS ROJAS" userId="ff4a2ee5-b92d-4cf2-97fa-1b800dd1f1dd" providerId="ADAL" clId="{41A92D29-8BD5-40EA-B071-4A942BDDCEE0}" dt="2020-04-22T09:38:13.775" v="1272" actId="478"/>
          <ac:spMkLst>
            <pc:docMk/>
            <pc:sldMk cId="2108958779" sldId="350"/>
            <ac:spMk id="4" creationId="{72349D30-B235-42B6-BAC0-4ABD21190837}"/>
          </ac:spMkLst>
        </pc:spChg>
        <pc:spChg chg="mod">
          <ac:chgData name="CRISTOFHER ANDRES ROJAS ROJAS" userId="ff4a2ee5-b92d-4cf2-97fa-1b800dd1f1dd" providerId="ADAL" clId="{41A92D29-8BD5-40EA-B071-4A942BDDCEE0}" dt="2020-04-22T09:34:37.634" v="1180" actId="20577"/>
          <ac:spMkLst>
            <pc:docMk/>
            <pc:sldMk cId="2108958779" sldId="350"/>
            <ac:spMk id="6" creationId="{00000000-0000-0000-0000-000000000000}"/>
          </ac:spMkLst>
        </pc:spChg>
        <pc:spChg chg="mod">
          <ac:chgData name="CRISTOFHER ANDRES ROJAS ROJAS" userId="ff4a2ee5-b92d-4cf2-97fa-1b800dd1f1dd" providerId="ADAL" clId="{41A92D29-8BD5-40EA-B071-4A942BDDCEE0}" dt="2020-04-22T09:36:50.089" v="1255" actId="27636"/>
          <ac:spMkLst>
            <pc:docMk/>
            <pc:sldMk cId="2108958779" sldId="350"/>
            <ac:spMk id="7" creationId="{00000000-0000-0000-0000-000000000000}"/>
          </ac:spMkLst>
        </pc:spChg>
        <pc:picChg chg="add del mod">
          <ac:chgData name="CRISTOFHER ANDRES ROJAS ROJAS" userId="ff4a2ee5-b92d-4cf2-97fa-1b800dd1f1dd" providerId="ADAL" clId="{41A92D29-8BD5-40EA-B071-4A942BDDCEE0}" dt="2020-04-22T09:34:16.859" v="1135" actId="478"/>
          <ac:picMkLst>
            <pc:docMk/>
            <pc:sldMk cId="2108958779" sldId="350"/>
            <ac:picMk id="3" creationId="{B9FB6DA9-EC7B-41E4-B4AA-64872E4060E9}"/>
          </ac:picMkLst>
        </pc:picChg>
        <pc:picChg chg="add del mod">
          <ac:chgData name="CRISTOFHER ANDRES ROJAS ROJAS" userId="ff4a2ee5-b92d-4cf2-97fa-1b800dd1f1dd" providerId="ADAL" clId="{41A92D29-8BD5-40EA-B071-4A942BDDCEE0}" dt="2020-04-22T09:36:53.733" v="1256" actId="478"/>
          <ac:picMkLst>
            <pc:docMk/>
            <pc:sldMk cId="2108958779" sldId="350"/>
            <ac:picMk id="1026" creationId="{63D32BC8-E533-4B11-B78D-DE8E985ECEC1}"/>
          </ac:picMkLst>
        </pc:picChg>
      </pc:sldChg>
      <pc:sldChg chg="del">
        <pc:chgData name="CRISTOFHER ANDRES ROJAS ROJAS" userId="ff4a2ee5-b92d-4cf2-97fa-1b800dd1f1dd" providerId="ADAL" clId="{41A92D29-8BD5-40EA-B071-4A942BDDCEE0}" dt="2020-04-22T09:21:29.365" v="980" actId="47"/>
        <pc:sldMkLst>
          <pc:docMk/>
          <pc:sldMk cId="3196129465" sldId="351"/>
        </pc:sldMkLst>
      </pc:sldChg>
      <pc:sldChg chg="del">
        <pc:chgData name="CRISTOFHER ANDRES ROJAS ROJAS" userId="ff4a2ee5-b92d-4cf2-97fa-1b800dd1f1dd" providerId="ADAL" clId="{41A92D29-8BD5-40EA-B071-4A942BDDCEE0}" dt="2020-04-22T09:21:29.365" v="980" actId="47"/>
        <pc:sldMkLst>
          <pc:docMk/>
          <pc:sldMk cId="736109266" sldId="352"/>
        </pc:sldMkLst>
      </pc:sldChg>
      <pc:sldChg chg="del">
        <pc:chgData name="CRISTOFHER ANDRES ROJAS ROJAS" userId="ff4a2ee5-b92d-4cf2-97fa-1b800dd1f1dd" providerId="ADAL" clId="{41A92D29-8BD5-40EA-B071-4A942BDDCEE0}" dt="2020-04-22T09:21:29.365" v="980" actId="47"/>
        <pc:sldMkLst>
          <pc:docMk/>
          <pc:sldMk cId="2010018448" sldId="374"/>
        </pc:sldMkLst>
      </pc:sldChg>
      <pc:sldChg chg="add del">
        <pc:chgData name="CRISTOFHER ANDRES ROJAS ROJAS" userId="ff4a2ee5-b92d-4cf2-97fa-1b800dd1f1dd" providerId="ADAL" clId="{41A92D29-8BD5-40EA-B071-4A942BDDCEE0}" dt="2020-04-22T09:34:03.761" v="1121" actId="47"/>
        <pc:sldMkLst>
          <pc:docMk/>
          <pc:sldMk cId="3507114496" sldId="376"/>
        </pc:sldMkLst>
      </pc:sldChg>
      <pc:sldChg chg="new del">
        <pc:chgData name="CRISTOFHER ANDRES ROJAS ROJAS" userId="ff4a2ee5-b92d-4cf2-97fa-1b800dd1f1dd" providerId="ADAL" clId="{41A92D29-8BD5-40EA-B071-4A942BDDCEE0}" dt="2020-04-22T09:28:15.811" v="983" actId="680"/>
        <pc:sldMkLst>
          <pc:docMk/>
          <pc:sldMk cId="146358354" sldId="377"/>
        </pc:sldMkLst>
      </pc:sldChg>
      <pc:sldChg chg="modSp add">
        <pc:chgData name="CRISTOFHER ANDRES ROJAS ROJAS" userId="ff4a2ee5-b92d-4cf2-97fa-1b800dd1f1dd" providerId="ADAL" clId="{41A92D29-8BD5-40EA-B071-4A942BDDCEE0}" dt="2020-04-22T09:32:33.550" v="1110" actId="27636"/>
        <pc:sldMkLst>
          <pc:docMk/>
          <pc:sldMk cId="153259363" sldId="377"/>
        </pc:sldMkLst>
        <pc:spChg chg="mod">
          <ac:chgData name="CRISTOFHER ANDRES ROJAS ROJAS" userId="ff4a2ee5-b92d-4cf2-97fa-1b800dd1f1dd" providerId="ADAL" clId="{41A92D29-8BD5-40EA-B071-4A942BDDCEE0}" dt="2020-04-22T09:28:37.866" v="997" actId="1076"/>
          <ac:spMkLst>
            <pc:docMk/>
            <pc:sldMk cId="153259363" sldId="377"/>
            <ac:spMk id="6" creationId="{00000000-0000-0000-0000-000000000000}"/>
          </ac:spMkLst>
        </pc:spChg>
        <pc:spChg chg="mod">
          <ac:chgData name="CRISTOFHER ANDRES ROJAS ROJAS" userId="ff4a2ee5-b92d-4cf2-97fa-1b800dd1f1dd" providerId="ADAL" clId="{41A92D29-8BD5-40EA-B071-4A942BDDCEE0}" dt="2020-04-22T09:32:33.550" v="1110" actId="27636"/>
          <ac:spMkLst>
            <pc:docMk/>
            <pc:sldMk cId="153259363" sldId="377"/>
            <ac:spMk id="7" creationId="{00000000-0000-0000-0000-000000000000}"/>
          </ac:spMkLst>
        </pc:spChg>
      </pc:sldChg>
      <pc:sldChg chg="modSp add">
        <pc:chgData name="CRISTOFHER ANDRES ROJAS ROJAS" userId="ff4a2ee5-b92d-4cf2-97fa-1b800dd1f1dd" providerId="ADAL" clId="{41A92D29-8BD5-40EA-B071-4A942BDDCEE0}" dt="2020-04-22T09:31:49.568" v="1088" actId="20577"/>
        <pc:sldMkLst>
          <pc:docMk/>
          <pc:sldMk cId="3676553905" sldId="378"/>
        </pc:sldMkLst>
        <pc:spChg chg="mod">
          <ac:chgData name="CRISTOFHER ANDRES ROJAS ROJAS" userId="ff4a2ee5-b92d-4cf2-97fa-1b800dd1f1dd" providerId="ADAL" clId="{41A92D29-8BD5-40EA-B071-4A942BDDCEE0}" dt="2020-04-22T09:31:49.568" v="1088" actId="20577"/>
          <ac:spMkLst>
            <pc:docMk/>
            <pc:sldMk cId="3676553905" sldId="378"/>
            <ac:spMk id="7" creationId="{00000000-0000-0000-0000-000000000000}"/>
          </ac:spMkLst>
        </pc:spChg>
      </pc:sldChg>
      <pc:sldChg chg="new del">
        <pc:chgData name="CRISTOFHER ANDRES ROJAS ROJAS" userId="ff4a2ee5-b92d-4cf2-97fa-1b800dd1f1dd" providerId="ADAL" clId="{41A92D29-8BD5-40EA-B071-4A942BDDCEE0}" dt="2020-04-22T09:34:02.665" v="1119" actId="680"/>
        <pc:sldMkLst>
          <pc:docMk/>
          <pc:sldMk cId="1772634602" sldId="379"/>
        </pc:sldMkLst>
      </pc:sldChg>
      <pc:sldChg chg="delSp modSp add">
        <pc:chgData name="CRISTOFHER ANDRES ROJAS ROJAS" userId="ff4a2ee5-b92d-4cf2-97fa-1b800dd1f1dd" providerId="ADAL" clId="{41A92D29-8BD5-40EA-B071-4A942BDDCEE0}" dt="2020-04-22T09:37:17.070" v="1261" actId="478"/>
        <pc:sldMkLst>
          <pc:docMk/>
          <pc:sldMk cId="3466318570" sldId="379"/>
        </pc:sldMkLst>
        <pc:spChg chg="mod">
          <ac:chgData name="CRISTOFHER ANDRES ROJAS ROJAS" userId="ff4a2ee5-b92d-4cf2-97fa-1b800dd1f1dd" providerId="ADAL" clId="{41A92D29-8BD5-40EA-B071-4A942BDDCEE0}" dt="2020-04-22T09:37:11.190" v="1260" actId="255"/>
          <ac:spMkLst>
            <pc:docMk/>
            <pc:sldMk cId="3466318570" sldId="379"/>
            <ac:spMk id="7" creationId="{00000000-0000-0000-0000-000000000000}"/>
          </ac:spMkLst>
        </pc:spChg>
        <pc:picChg chg="del">
          <ac:chgData name="CRISTOFHER ANDRES ROJAS ROJAS" userId="ff4a2ee5-b92d-4cf2-97fa-1b800dd1f1dd" providerId="ADAL" clId="{41A92D29-8BD5-40EA-B071-4A942BDDCEE0}" dt="2020-04-22T09:37:17.070" v="1261" actId="478"/>
          <ac:picMkLst>
            <pc:docMk/>
            <pc:sldMk cId="3466318570" sldId="379"/>
            <ac:picMk id="1026" creationId="{63D32BC8-E533-4B11-B78D-DE8E985ECEC1}"/>
          </ac:picMkLst>
        </pc:picChg>
      </pc:sldChg>
      <pc:sldChg chg="delSp modSp add">
        <pc:chgData name="CRISTOFHER ANDRES ROJAS ROJAS" userId="ff4a2ee5-b92d-4cf2-97fa-1b800dd1f1dd" providerId="ADAL" clId="{41A92D29-8BD5-40EA-B071-4A942BDDCEE0}" dt="2020-04-22T09:37:18.574" v="1262" actId="478"/>
        <pc:sldMkLst>
          <pc:docMk/>
          <pc:sldMk cId="307181644" sldId="380"/>
        </pc:sldMkLst>
        <pc:spChg chg="mod">
          <ac:chgData name="CRISTOFHER ANDRES ROJAS ROJAS" userId="ff4a2ee5-b92d-4cf2-97fa-1b800dd1f1dd" providerId="ADAL" clId="{41A92D29-8BD5-40EA-B071-4A942BDDCEE0}" dt="2020-04-22T09:36:13.799" v="1247" actId="27636"/>
          <ac:spMkLst>
            <pc:docMk/>
            <pc:sldMk cId="307181644" sldId="380"/>
            <ac:spMk id="7" creationId="{00000000-0000-0000-0000-000000000000}"/>
          </ac:spMkLst>
        </pc:spChg>
        <pc:picChg chg="del">
          <ac:chgData name="CRISTOFHER ANDRES ROJAS ROJAS" userId="ff4a2ee5-b92d-4cf2-97fa-1b800dd1f1dd" providerId="ADAL" clId="{41A92D29-8BD5-40EA-B071-4A942BDDCEE0}" dt="2020-04-22T09:37:18.574" v="1262" actId="478"/>
          <ac:picMkLst>
            <pc:docMk/>
            <pc:sldMk cId="307181644" sldId="380"/>
            <ac:picMk id="1026" creationId="{63D32BC8-E533-4B11-B78D-DE8E985ECEC1}"/>
          </ac:picMkLst>
        </pc:picChg>
      </pc:sldChg>
      <pc:sldChg chg="new del">
        <pc:chgData name="CRISTOFHER ANDRES ROJAS ROJAS" userId="ff4a2ee5-b92d-4cf2-97fa-1b800dd1f1dd" providerId="ADAL" clId="{41A92D29-8BD5-40EA-B071-4A942BDDCEE0}" dt="2020-04-22T09:35:51.005" v="1240" actId="680"/>
        <pc:sldMkLst>
          <pc:docMk/>
          <pc:sldMk cId="2307093310" sldId="380"/>
        </pc:sldMkLst>
      </pc:sldChg>
      <pc:sldChg chg="modSp add del">
        <pc:chgData name="CRISTOFHER ANDRES ROJAS ROJAS" userId="ff4a2ee5-b92d-4cf2-97fa-1b800dd1f1dd" providerId="ADAL" clId="{41A92D29-8BD5-40EA-B071-4A942BDDCEE0}" dt="2020-04-22T09:38:19.948" v="1273" actId="47"/>
        <pc:sldMkLst>
          <pc:docMk/>
          <pc:sldMk cId="496455104" sldId="381"/>
        </pc:sldMkLst>
        <pc:spChg chg="mod">
          <ac:chgData name="CRISTOFHER ANDRES ROJAS ROJAS" userId="ff4a2ee5-b92d-4cf2-97fa-1b800dd1f1dd" providerId="ADAL" clId="{41A92D29-8BD5-40EA-B071-4A942BDDCEE0}" dt="2020-04-22T09:37:29.151" v="1267" actId="20577"/>
          <ac:spMkLst>
            <pc:docMk/>
            <pc:sldMk cId="496455104" sldId="381"/>
            <ac:spMk id="7" creationId="{00000000-0000-0000-0000-000000000000}"/>
          </ac:spMkLst>
        </pc:spChg>
      </pc:sldChg>
      <pc:sldChg chg="new del">
        <pc:chgData name="CRISTOFHER ANDRES ROJAS ROJAS" userId="ff4a2ee5-b92d-4cf2-97fa-1b800dd1f1dd" providerId="ADAL" clId="{41A92D29-8BD5-40EA-B071-4A942BDDCEE0}" dt="2020-04-22T09:37:24.949" v="1264" actId="680"/>
        <pc:sldMkLst>
          <pc:docMk/>
          <pc:sldMk cId="2656838744" sldId="381"/>
        </pc:sldMkLst>
      </pc:sldChg>
      <pc:sldMasterChg chg="delSldLayout">
        <pc:chgData name="CRISTOFHER ANDRES ROJAS ROJAS" userId="ff4a2ee5-b92d-4cf2-97fa-1b800dd1f1dd" providerId="ADAL" clId="{41A92D29-8BD5-40EA-B071-4A942BDDCEE0}" dt="2020-04-22T09:21:29.365" v="980" actId="47"/>
        <pc:sldMasterMkLst>
          <pc:docMk/>
          <pc:sldMasterMk cId="1093945410" sldId="2147483660"/>
        </pc:sldMasterMkLst>
        <pc:sldLayoutChg chg="del">
          <pc:chgData name="CRISTOFHER ANDRES ROJAS ROJAS" userId="ff4a2ee5-b92d-4cf2-97fa-1b800dd1f1dd" providerId="ADAL" clId="{41A92D29-8BD5-40EA-B071-4A942BDDCEE0}" dt="2020-04-22T09:21:29.365" v="980" actId="47"/>
          <pc:sldLayoutMkLst>
            <pc:docMk/>
            <pc:sldMasterMk cId="1093945410" sldId="2147483660"/>
            <pc:sldLayoutMk cId="216677509" sldId="2147483674"/>
          </pc:sldLayoutMkLst>
        </pc:sldLayoutChg>
      </pc:sldMasterChg>
    </pc:docChg>
  </pc:docChgLst>
  <pc:docChgLst>
    <pc:chgData name="CRISTOFHER ANDRES ROJAS ROJAS" userId="ff4a2ee5-b92d-4cf2-97fa-1b800dd1f1dd" providerId="ADAL" clId="{4578CC14-6DAD-489B-AF16-1125D7F8A148}"/>
    <pc:docChg chg="undo custSel mod addSld delSld modSld sldOrd">
      <pc:chgData name="CRISTOFHER ANDRES ROJAS ROJAS" userId="ff4a2ee5-b92d-4cf2-97fa-1b800dd1f1dd" providerId="ADAL" clId="{4578CC14-6DAD-489B-AF16-1125D7F8A148}" dt="2020-04-15T21:53:48.874" v="1229" actId="20577"/>
      <pc:docMkLst>
        <pc:docMk/>
      </pc:docMkLst>
      <pc:sldChg chg="addSp modSp">
        <pc:chgData name="CRISTOFHER ANDRES ROJAS ROJAS" userId="ff4a2ee5-b92d-4cf2-97fa-1b800dd1f1dd" providerId="ADAL" clId="{4578CC14-6DAD-489B-AF16-1125D7F8A148}" dt="2020-04-15T04:01:38.878" v="126" actId="20577"/>
        <pc:sldMkLst>
          <pc:docMk/>
          <pc:sldMk cId="2505037563" sldId="256"/>
        </pc:sldMkLst>
        <pc:spChg chg="mod">
          <ac:chgData name="CRISTOFHER ANDRES ROJAS ROJAS" userId="ff4a2ee5-b92d-4cf2-97fa-1b800dd1f1dd" providerId="ADAL" clId="{4578CC14-6DAD-489B-AF16-1125D7F8A148}" dt="2020-04-15T04:01:38.878" v="126" actId="20577"/>
          <ac:spMkLst>
            <pc:docMk/>
            <pc:sldMk cId="2505037563" sldId="256"/>
            <ac:spMk id="3" creationId="{00000000-0000-0000-0000-000000000000}"/>
          </ac:spMkLst>
        </pc:spChg>
        <pc:spChg chg="add mod">
          <ac:chgData name="CRISTOFHER ANDRES ROJAS ROJAS" userId="ff4a2ee5-b92d-4cf2-97fa-1b800dd1f1dd" providerId="ADAL" clId="{4578CC14-6DAD-489B-AF16-1125D7F8A148}" dt="2020-04-15T04:00:37.066" v="22" actId="20577"/>
          <ac:spMkLst>
            <pc:docMk/>
            <pc:sldMk cId="2505037563" sldId="256"/>
            <ac:spMk id="6" creationId="{4BFCA498-348C-4A5E-9EF5-B337E69E3111}"/>
          </ac:spMkLst>
        </pc:spChg>
        <pc:spChg chg="add mod">
          <ac:chgData name="CRISTOFHER ANDRES ROJAS ROJAS" userId="ff4a2ee5-b92d-4cf2-97fa-1b800dd1f1dd" providerId="ADAL" clId="{4578CC14-6DAD-489B-AF16-1125D7F8A148}" dt="2020-04-15T04:00:57.591" v="27" actId="1076"/>
          <ac:spMkLst>
            <pc:docMk/>
            <pc:sldMk cId="2505037563" sldId="256"/>
            <ac:spMk id="7" creationId="{8555F635-70D4-4AE3-859D-A80843BF7309}"/>
          </ac:spMkLst>
        </pc:spChg>
        <pc:spChg chg="add mod">
          <ac:chgData name="CRISTOFHER ANDRES ROJAS ROJAS" userId="ff4a2ee5-b92d-4cf2-97fa-1b800dd1f1dd" providerId="ADAL" clId="{4578CC14-6DAD-489B-AF16-1125D7F8A148}" dt="2020-04-15T04:01:29.468" v="103" actId="14100"/>
          <ac:spMkLst>
            <pc:docMk/>
            <pc:sldMk cId="2505037563" sldId="256"/>
            <ac:spMk id="8" creationId="{4B3C8749-A33F-49FE-B61E-25BC4F1F402D}"/>
          </ac:spMkLst>
        </pc:spChg>
      </pc:sldChg>
      <pc:sldChg chg="addSp delSp modSp mod setBg">
        <pc:chgData name="CRISTOFHER ANDRES ROJAS ROJAS" userId="ff4a2ee5-b92d-4cf2-97fa-1b800dd1f1dd" providerId="ADAL" clId="{4578CC14-6DAD-489B-AF16-1125D7F8A148}" dt="2020-04-15T04:31:02.303" v="1114" actId="20577"/>
        <pc:sldMkLst>
          <pc:docMk/>
          <pc:sldMk cId="1682723415" sldId="257"/>
        </pc:sldMkLst>
        <pc:spChg chg="mod">
          <ac:chgData name="CRISTOFHER ANDRES ROJAS ROJAS" userId="ff4a2ee5-b92d-4cf2-97fa-1b800dd1f1dd" providerId="ADAL" clId="{4578CC14-6DAD-489B-AF16-1125D7F8A148}" dt="2020-04-15T04:11:50.739" v="195" actId="14100"/>
          <ac:spMkLst>
            <pc:docMk/>
            <pc:sldMk cId="1682723415" sldId="257"/>
            <ac:spMk id="3" creationId="{00000000-0000-0000-0000-000000000000}"/>
          </ac:spMkLst>
        </pc:spChg>
        <pc:spChg chg="add">
          <ac:chgData name="CRISTOFHER ANDRES ROJAS ROJAS" userId="ff4a2ee5-b92d-4cf2-97fa-1b800dd1f1dd" providerId="ADAL" clId="{4578CC14-6DAD-489B-AF16-1125D7F8A148}" dt="2020-04-15T04:15:12.574" v="251"/>
          <ac:spMkLst>
            <pc:docMk/>
            <pc:sldMk cId="1682723415" sldId="257"/>
            <ac:spMk id="6" creationId="{9EE24476-5CCE-461B-896C-E68598A6262D}"/>
          </ac:spMkLst>
        </pc:spChg>
        <pc:spChg chg="add">
          <ac:chgData name="CRISTOFHER ANDRES ROJAS ROJAS" userId="ff4a2ee5-b92d-4cf2-97fa-1b800dd1f1dd" providerId="ADAL" clId="{4578CC14-6DAD-489B-AF16-1125D7F8A148}" dt="2020-04-15T04:29:15.017" v="1094"/>
          <ac:spMkLst>
            <pc:docMk/>
            <pc:sldMk cId="1682723415" sldId="257"/>
            <ac:spMk id="7" creationId="{8802B3E2-C335-44FE-8B66-CC5BAD3D3B5B}"/>
          </ac:spMkLst>
        </pc:spChg>
        <pc:spChg chg="add del mod">
          <ac:chgData name="CRISTOFHER ANDRES ROJAS ROJAS" userId="ff4a2ee5-b92d-4cf2-97fa-1b800dd1f1dd" providerId="ADAL" clId="{4578CC14-6DAD-489B-AF16-1125D7F8A148}" dt="2020-04-15T04:29:25.471" v="1097" actId="478"/>
          <ac:spMkLst>
            <pc:docMk/>
            <pc:sldMk cId="1682723415" sldId="257"/>
            <ac:spMk id="8" creationId="{C9FA9AB8-0127-4B21-9B62-F265C3748864}"/>
          </ac:spMkLst>
        </pc:spChg>
        <pc:spChg chg="add mod">
          <ac:chgData name="CRISTOFHER ANDRES ROJAS ROJAS" userId="ff4a2ee5-b92d-4cf2-97fa-1b800dd1f1dd" providerId="ADAL" clId="{4578CC14-6DAD-489B-AF16-1125D7F8A148}" dt="2020-04-15T04:31:02.303" v="1114" actId="20577"/>
          <ac:spMkLst>
            <pc:docMk/>
            <pc:sldMk cId="1682723415" sldId="257"/>
            <ac:spMk id="9" creationId="{7657357B-CCE3-49B3-BAC6-B043C23EBB0D}"/>
          </ac:spMkLst>
        </pc:spChg>
        <pc:picChg chg="del mod">
          <ac:chgData name="CRISTOFHER ANDRES ROJAS ROJAS" userId="ff4a2ee5-b92d-4cf2-97fa-1b800dd1f1dd" providerId="ADAL" clId="{4578CC14-6DAD-489B-AF16-1125D7F8A148}" dt="2020-04-15T04:11:43.179" v="193" actId="478"/>
          <ac:picMkLst>
            <pc:docMk/>
            <pc:sldMk cId="1682723415" sldId="257"/>
            <ac:picMk id="4" creationId="{00000000-0000-0000-0000-000000000000}"/>
          </ac:picMkLst>
        </pc:picChg>
        <pc:picChg chg="add">
          <ac:chgData name="CRISTOFHER ANDRES ROJAS ROJAS" userId="ff4a2ee5-b92d-4cf2-97fa-1b800dd1f1dd" providerId="ADAL" clId="{4578CC14-6DAD-489B-AF16-1125D7F8A148}" dt="2020-04-15T04:11:40.931" v="192"/>
          <ac:picMkLst>
            <pc:docMk/>
            <pc:sldMk cId="1682723415" sldId="257"/>
            <ac:picMk id="5" creationId="{7FA56429-A415-4942-8596-E2E7D43B28E9}"/>
          </ac:picMkLst>
        </pc:picChg>
        <pc:picChg chg="add mod">
          <ac:chgData name="CRISTOFHER ANDRES ROJAS ROJAS" userId="ff4a2ee5-b92d-4cf2-97fa-1b800dd1f1dd" providerId="ADAL" clId="{4578CC14-6DAD-489B-AF16-1125D7F8A148}" dt="2020-04-15T04:11:55.665" v="196" actId="1076"/>
          <ac:picMkLst>
            <pc:docMk/>
            <pc:sldMk cId="1682723415" sldId="257"/>
            <ac:picMk id="2050" creationId="{EA2EA1A3-8C8E-48F3-B74B-E3391C7938B4}"/>
          </ac:picMkLst>
        </pc:picChg>
      </pc:sldChg>
      <pc:sldChg chg="add del">
        <pc:chgData name="CRISTOFHER ANDRES ROJAS ROJAS" userId="ff4a2ee5-b92d-4cf2-97fa-1b800dd1f1dd" providerId="ADAL" clId="{4578CC14-6DAD-489B-AF16-1125D7F8A148}" dt="2020-04-15T04:26:12.133" v="1093" actId="47"/>
        <pc:sldMkLst>
          <pc:docMk/>
          <pc:sldMk cId="354298414" sldId="258"/>
        </pc:sldMkLst>
      </pc:sldChg>
      <pc:sldChg chg="addSp modSp add ord setBg modAnim">
        <pc:chgData name="CRISTOFHER ANDRES ROJAS ROJAS" userId="ff4a2ee5-b92d-4cf2-97fa-1b800dd1f1dd" providerId="ADAL" clId="{4578CC14-6DAD-489B-AF16-1125D7F8A148}" dt="2020-04-15T04:12:40.053" v="204" actId="20577"/>
        <pc:sldMkLst>
          <pc:docMk/>
          <pc:sldMk cId="2707598819" sldId="260"/>
        </pc:sldMkLst>
        <pc:spChg chg="mod">
          <ac:chgData name="CRISTOFHER ANDRES ROJAS ROJAS" userId="ff4a2ee5-b92d-4cf2-97fa-1b800dd1f1dd" providerId="ADAL" clId="{4578CC14-6DAD-489B-AF16-1125D7F8A148}" dt="2020-04-15T04:12:40.053" v="204" actId="20577"/>
          <ac:spMkLst>
            <pc:docMk/>
            <pc:sldMk cId="2707598819" sldId="260"/>
            <ac:spMk id="3" creationId="{00000000-0000-0000-0000-000000000000}"/>
          </ac:spMkLst>
        </pc:spChg>
        <pc:picChg chg="add">
          <ac:chgData name="CRISTOFHER ANDRES ROJAS ROJAS" userId="ff4a2ee5-b92d-4cf2-97fa-1b800dd1f1dd" providerId="ADAL" clId="{4578CC14-6DAD-489B-AF16-1125D7F8A148}" dt="2020-04-15T04:02:19.695" v="137"/>
          <ac:picMkLst>
            <pc:docMk/>
            <pc:sldMk cId="2707598819" sldId="260"/>
            <ac:picMk id="6" creationId="{14A43F8F-EE3E-4CF8-8778-4D390B492303}"/>
          </ac:picMkLst>
        </pc:picChg>
      </pc:sldChg>
      <pc:sldChg chg="addSp delSp modSp add">
        <pc:chgData name="CRISTOFHER ANDRES ROJAS ROJAS" userId="ff4a2ee5-b92d-4cf2-97fa-1b800dd1f1dd" providerId="ADAL" clId="{4578CC14-6DAD-489B-AF16-1125D7F8A148}" dt="2020-04-15T04:30:55.976" v="1111" actId="20577"/>
        <pc:sldMkLst>
          <pc:docMk/>
          <pc:sldMk cId="1882310351" sldId="261"/>
        </pc:sldMkLst>
        <pc:spChg chg="add del">
          <ac:chgData name="CRISTOFHER ANDRES ROJAS ROJAS" userId="ff4a2ee5-b92d-4cf2-97fa-1b800dd1f1dd" providerId="ADAL" clId="{4578CC14-6DAD-489B-AF16-1125D7F8A148}" dt="2020-04-15T04:02:12.546" v="136"/>
          <ac:spMkLst>
            <pc:docMk/>
            <pc:sldMk cId="1882310351" sldId="261"/>
            <ac:spMk id="2" creationId="{D92B95A6-A961-4A47-BD41-21CFA2D9CA5B}"/>
          </ac:spMkLst>
        </pc:spChg>
        <pc:spChg chg="del">
          <ac:chgData name="CRISTOFHER ANDRES ROJAS ROJAS" userId="ff4a2ee5-b92d-4cf2-97fa-1b800dd1f1dd" providerId="ADAL" clId="{4578CC14-6DAD-489B-AF16-1125D7F8A148}" dt="2020-04-15T04:06:10.248" v="187"/>
          <ac:spMkLst>
            <pc:docMk/>
            <pc:sldMk cId="1882310351" sldId="261"/>
            <ac:spMk id="3" creationId="{00000000-0000-0000-0000-000000000000}"/>
          </ac:spMkLst>
        </pc:spChg>
        <pc:spChg chg="add">
          <ac:chgData name="CRISTOFHER ANDRES ROJAS ROJAS" userId="ff4a2ee5-b92d-4cf2-97fa-1b800dd1f1dd" providerId="ADAL" clId="{4578CC14-6DAD-489B-AF16-1125D7F8A148}" dt="2020-04-15T04:30:33.876" v="1106"/>
          <ac:spMkLst>
            <pc:docMk/>
            <pc:sldMk cId="1882310351" sldId="261"/>
            <ac:spMk id="5" creationId="{EB9C76F5-89E9-4A73-A1BC-3FF42FAE91EC}"/>
          </ac:spMkLst>
        </pc:spChg>
        <pc:spChg chg="add">
          <ac:chgData name="CRISTOFHER ANDRES ROJAS ROJAS" userId="ff4a2ee5-b92d-4cf2-97fa-1b800dd1f1dd" providerId="ADAL" clId="{4578CC14-6DAD-489B-AF16-1125D7F8A148}" dt="2020-04-15T04:15:14.319" v="252"/>
          <ac:spMkLst>
            <pc:docMk/>
            <pc:sldMk cId="1882310351" sldId="261"/>
            <ac:spMk id="6" creationId="{5ED49165-F672-435F-BA1C-4889BBBB405F}"/>
          </ac:spMkLst>
        </pc:spChg>
        <pc:spChg chg="add mod">
          <ac:chgData name="CRISTOFHER ANDRES ROJAS ROJAS" userId="ff4a2ee5-b92d-4cf2-97fa-1b800dd1f1dd" providerId="ADAL" clId="{4578CC14-6DAD-489B-AF16-1125D7F8A148}" dt="2020-04-15T04:30:55.976" v="1111" actId="20577"/>
          <ac:spMkLst>
            <pc:docMk/>
            <pc:sldMk cId="1882310351" sldId="261"/>
            <ac:spMk id="7" creationId="{A33176D2-3CBE-4FD0-928E-F0C18BCE4138}"/>
          </ac:spMkLst>
        </pc:spChg>
        <pc:picChg chg="add">
          <ac:chgData name="CRISTOFHER ANDRES ROJAS ROJAS" userId="ff4a2ee5-b92d-4cf2-97fa-1b800dd1f1dd" providerId="ADAL" clId="{4578CC14-6DAD-489B-AF16-1125D7F8A148}" dt="2020-04-15T04:06:10.248" v="187"/>
          <ac:picMkLst>
            <pc:docMk/>
            <pc:sldMk cId="1882310351" sldId="261"/>
            <ac:picMk id="1026" creationId="{C4A1D1E8-E136-467D-B331-0899B1DF1AAA}"/>
          </ac:picMkLst>
        </pc:picChg>
      </pc:sldChg>
      <pc:sldChg chg="new del">
        <pc:chgData name="CRISTOFHER ANDRES ROJAS ROJAS" userId="ff4a2ee5-b92d-4cf2-97fa-1b800dd1f1dd" providerId="ADAL" clId="{4578CC14-6DAD-489B-AF16-1125D7F8A148}" dt="2020-04-15T04:12:06.937" v="198" actId="680"/>
        <pc:sldMkLst>
          <pc:docMk/>
          <pc:sldMk cId="2327098000" sldId="262"/>
        </pc:sldMkLst>
      </pc:sldChg>
      <pc:sldChg chg="addSp delSp modSp add setBg">
        <pc:chgData name="CRISTOFHER ANDRES ROJAS ROJAS" userId="ff4a2ee5-b92d-4cf2-97fa-1b800dd1f1dd" providerId="ADAL" clId="{4578CC14-6DAD-489B-AF16-1125D7F8A148}" dt="2020-04-15T04:37:45.374" v="1191" actId="313"/>
        <pc:sldMkLst>
          <pc:docMk/>
          <pc:sldMk cId="2659890596" sldId="262"/>
        </pc:sldMkLst>
        <pc:spChg chg="mod">
          <ac:chgData name="CRISTOFHER ANDRES ROJAS ROJAS" userId="ff4a2ee5-b92d-4cf2-97fa-1b800dd1f1dd" providerId="ADAL" clId="{4578CC14-6DAD-489B-AF16-1125D7F8A148}" dt="2020-04-15T04:37:45.374" v="1191" actId="313"/>
          <ac:spMkLst>
            <pc:docMk/>
            <pc:sldMk cId="2659890596" sldId="262"/>
            <ac:spMk id="3" creationId="{00000000-0000-0000-0000-000000000000}"/>
          </ac:spMkLst>
        </pc:spChg>
        <pc:spChg chg="add">
          <ac:chgData name="CRISTOFHER ANDRES ROJAS ROJAS" userId="ff4a2ee5-b92d-4cf2-97fa-1b800dd1f1dd" providerId="ADAL" clId="{4578CC14-6DAD-489B-AF16-1125D7F8A148}" dt="2020-04-15T04:15:10.609" v="250"/>
          <ac:spMkLst>
            <pc:docMk/>
            <pc:sldMk cId="2659890596" sldId="262"/>
            <ac:spMk id="6" creationId="{F6D51BFA-A881-494A-9605-EC6E4DF387C7}"/>
          </ac:spMkLst>
        </pc:spChg>
        <pc:spChg chg="add mod">
          <ac:chgData name="CRISTOFHER ANDRES ROJAS ROJAS" userId="ff4a2ee5-b92d-4cf2-97fa-1b800dd1f1dd" providerId="ADAL" clId="{4578CC14-6DAD-489B-AF16-1125D7F8A148}" dt="2020-04-15T04:31:13.923" v="1117" actId="20577"/>
          <ac:spMkLst>
            <pc:docMk/>
            <pc:sldMk cId="2659890596" sldId="262"/>
            <ac:spMk id="7" creationId="{A5E2500C-D187-4F08-8D98-3D33BFEA4C8C}"/>
          </ac:spMkLst>
        </pc:spChg>
        <pc:spChg chg="add">
          <ac:chgData name="CRISTOFHER ANDRES ROJAS ROJAS" userId="ff4a2ee5-b92d-4cf2-97fa-1b800dd1f1dd" providerId="ADAL" clId="{4578CC14-6DAD-489B-AF16-1125D7F8A148}" dt="2020-04-15T04:30:15.177" v="1105"/>
          <ac:spMkLst>
            <pc:docMk/>
            <pc:sldMk cId="2659890596" sldId="262"/>
            <ac:spMk id="8" creationId="{683E8BFC-0054-4F07-9CCE-C745DB417197}"/>
          </ac:spMkLst>
        </pc:spChg>
        <pc:picChg chg="del">
          <ac:chgData name="CRISTOFHER ANDRES ROJAS ROJAS" userId="ff4a2ee5-b92d-4cf2-97fa-1b800dd1f1dd" providerId="ADAL" clId="{4578CC14-6DAD-489B-AF16-1125D7F8A148}" dt="2020-04-15T04:31:19.190" v="1118" actId="478"/>
          <ac:picMkLst>
            <pc:docMk/>
            <pc:sldMk cId="2659890596" sldId="262"/>
            <ac:picMk id="2050" creationId="{EA2EA1A3-8C8E-48F3-B74B-E3391C7938B4}"/>
          </ac:picMkLst>
        </pc:picChg>
      </pc:sldChg>
      <pc:sldChg chg="new del">
        <pc:chgData name="CRISTOFHER ANDRES ROJAS ROJAS" userId="ff4a2ee5-b92d-4cf2-97fa-1b800dd1f1dd" providerId="ADAL" clId="{4578CC14-6DAD-489B-AF16-1125D7F8A148}" dt="2020-04-15T04:13:23.240" v="207" actId="47"/>
        <pc:sldMkLst>
          <pc:docMk/>
          <pc:sldMk cId="3893239548" sldId="263"/>
        </pc:sldMkLst>
      </pc:sldChg>
      <pc:sldChg chg="addSp delSp modSp add delAnim modAnim">
        <pc:chgData name="CRISTOFHER ANDRES ROJAS ROJAS" userId="ff4a2ee5-b92d-4cf2-97fa-1b800dd1f1dd" providerId="ADAL" clId="{4578CC14-6DAD-489B-AF16-1125D7F8A148}" dt="2020-04-15T04:15:24.325" v="253"/>
        <pc:sldMkLst>
          <pc:docMk/>
          <pc:sldMk cId="1702473761" sldId="346"/>
        </pc:sldMkLst>
        <pc:spChg chg="mod">
          <ac:chgData name="CRISTOFHER ANDRES ROJAS ROJAS" userId="ff4a2ee5-b92d-4cf2-97fa-1b800dd1f1dd" providerId="ADAL" clId="{4578CC14-6DAD-489B-AF16-1125D7F8A148}" dt="2020-04-15T04:13:41.646" v="209"/>
          <ac:spMkLst>
            <pc:docMk/>
            <pc:sldMk cId="1702473761" sldId="346"/>
            <ac:spMk id="6" creationId="{00000000-0000-0000-0000-000000000000}"/>
          </ac:spMkLst>
        </pc:spChg>
        <pc:spChg chg="mod">
          <ac:chgData name="CRISTOFHER ANDRES ROJAS ROJAS" userId="ff4a2ee5-b92d-4cf2-97fa-1b800dd1f1dd" providerId="ADAL" clId="{4578CC14-6DAD-489B-AF16-1125D7F8A148}" dt="2020-04-15T04:14:49.433" v="247" actId="14100"/>
          <ac:spMkLst>
            <pc:docMk/>
            <pc:sldMk cId="1702473761" sldId="346"/>
            <ac:spMk id="7" creationId="{00000000-0000-0000-0000-000000000000}"/>
          </ac:spMkLst>
        </pc:spChg>
        <pc:spChg chg="del mod">
          <ac:chgData name="CRISTOFHER ANDRES ROJAS ROJAS" userId="ff4a2ee5-b92d-4cf2-97fa-1b800dd1f1dd" providerId="ADAL" clId="{4578CC14-6DAD-489B-AF16-1125D7F8A148}" dt="2020-04-15T04:13:47.561" v="211" actId="478"/>
          <ac:spMkLst>
            <pc:docMk/>
            <pc:sldMk cId="1702473761" sldId="346"/>
            <ac:spMk id="11" creationId="{ECF0F7E9-AD65-824A-AADF-DE6D17116FFB}"/>
          </ac:spMkLst>
        </pc:spChg>
        <pc:picChg chg="add">
          <ac:chgData name="CRISTOFHER ANDRES ROJAS ROJAS" userId="ff4a2ee5-b92d-4cf2-97fa-1b800dd1f1dd" providerId="ADAL" clId="{4578CC14-6DAD-489B-AF16-1125D7F8A148}" dt="2020-04-15T04:15:24.325" v="253"/>
          <ac:picMkLst>
            <pc:docMk/>
            <pc:sldMk cId="1702473761" sldId="346"/>
            <ac:picMk id="8" creationId="{6C881E53-0394-443D-BA24-2DCFD2138668}"/>
          </ac:picMkLst>
        </pc:picChg>
      </pc:sldChg>
      <pc:sldChg chg="addSp modSp add modAnim">
        <pc:chgData name="CRISTOFHER ANDRES ROJAS ROJAS" userId="ff4a2ee5-b92d-4cf2-97fa-1b800dd1f1dd" providerId="ADAL" clId="{4578CC14-6DAD-489B-AF16-1125D7F8A148}" dt="2020-04-15T04:16:49.886" v="297"/>
        <pc:sldMkLst>
          <pc:docMk/>
          <pc:sldMk cId="1942762564" sldId="347"/>
        </pc:sldMkLst>
        <pc:spChg chg="mod">
          <ac:chgData name="CRISTOFHER ANDRES ROJAS ROJAS" userId="ff4a2ee5-b92d-4cf2-97fa-1b800dd1f1dd" providerId="ADAL" clId="{4578CC14-6DAD-489B-AF16-1125D7F8A148}" dt="2020-04-15T04:16:01.966" v="279" actId="20577"/>
          <ac:spMkLst>
            <pc:docMk/>
            <pc:sldMk cId="1942762564" sldId="347"/>
            <ac:spMk id="7" creationId="{00000000-0000-0000-0000-000000000000}"/>
          </ac:spMkLst>
        </pc:spChg>
        <pc:picChg chg="add">
          <ac:chgData name="CRISTOFHER ANDRES ROJAS ROJAS" userId="ff4a2ee5-b92d-4cf2-97fa-1b800dd1f1dd" providerId="ADAL" clId="{4578CC14-6DAD-489B-AF16-1125D7F8A148}" dt="2020-04-15T04:15:25.827" v="254"/>
          <ac:picMkLst>
            <pc:docMk/>
            <pc:sldMk cId="1942762564" sldId="347"/>
            <ac:picMk id="8" creationId="{5E349BF5-ED26-4D00-9B68-548253104712}"/>
          </ac:picMkLst>
        </pc:picChg>
      </pc:sldChg>
      <pc:sldChg chg="modSp add modAnim">
        <pc:chgData name="CRISTOFHER ANDRES ROJAS ROJAS" userId="ff4a2ee5-b92d-4cf2-97fa-1b800dd1f1dd" providerId="ADAL" clId="{4578CC14-6DAD-489B-AF16-1125D7F8A148}" dt="2020-04-15T04:18:58.616" v="470"/>
        <pc:sldMkLst>
          <pc:docMk/>
          <pc:sldMk cId="1444201569" sldId="348"/>
        </pc:sldMkLst>
        <pc:spChg chg="mod">
          <ac:chgData name="CRISTOFHER ANDRES ROJAS ROJAS" userId="ff4a2ee5-b92d-4cf2-97fa-1b800dd1f1dd" providerId="ADAL" clId="{4578CC14-6DAD-489B-AF16-1125D7F8A148}" dt="2020-04-15T04:16:16.507" v="291" actId="20577"/>
          <ac:spMkLst>
            <pc:docMk/>
            <pc:sldMk cId="1444201569" sldId="348"/>
            <ac:spMk id="6" creationId="{00000000-0000-0000-0000-000000000000}"/>
          </ac:spMkLst>
        </pc:spChg>
        <pc:spChg chg="mod">
          <ac:chgData name="CRISTOFHER ANDRES ROJAS ROJAS" userId="ff4a2ee5-b92d-4cf2-97fa-1b800dd1f1dd" providerId="ADAL" clId="{4578CC14-6DAD-489B-AF16-1125D7F8A148}" dt="2020-04-15T04:18:47.846" v="469" actId="20577"/>
          <ac:spMkLst>
            <pc:docMk/>
            <pc:sldMk cId="1444201569" sldId="348"/>
            <ac:spMk id="7" creationId="{00000000-0000-0000-0000-000000000000}"/>
          </ac:spMkLst>
        </pc:spChg>
      </pc:sldChg>
      <pc:sldChg chg="modSp add modAnim">
        <pc:chgData name="CRISTOFHER ANDRES ROJAS ROJAS" userId="ff4a2ee5-b92d-4cf2-97fa-1b800dd1f1dd" providerId="ADAL" clId="{4578CC14-6DAD-489B-AF16-1125D7F8A148}" dt="2020-04-15T04:20:09.457" v="609" actId="20577"/>
        <pc:sldMkLst>
          <pc:docMk/>
          <pc:sldMk cId="3873343043" sldId="349"/>
        </pc:sldMkLst>
        <pc:spChg chg="mod">
          <ac:chgData name="CRISTOFHER ANDRES ROJAS ROJAS" userId="ff4a2ee5-b92d-4cf2-97fa-1b800dd1f1dd" providerId="ADAL" clId="{4578CC14-6DAD-489B-AF16-1125D7F8A148}" dt="2020-04-15T04:19:04.949" v="473" actId="20577"/>
          <ac:spMkLst>
            <pc:docMk/>
            <pc:sldMk cId="3873343043" sldId="349"/>
            <ac:spMk id="6" creationId="{00000000-0000-0000-0000-000000000000}"/>
          </ac:spMkLst>
        </pc:spChg>
        <pc:spChg chg="mod">
          <ac:chgData name="CRISTOFHER ANDRES ROJAS ROJAS" userId="ff4a2ee5-b92d-4cf2-97fa-1b800dd1f1dd" providerId="ADAL" clId="{4578CC14-6DAD-489B-AF16-1125D7F8A148}" dt="2020-04-15T04:20:09.457" v="609" actId="20577"/>
          <ac:spMkLst>
            <pc:docMk/>
            <pc:sldMk cId="3873343043" sldId="349"/>
            <ac:spMk id="7" creationId="{00000000-0000-0000-0000-000000000000}"/>
          </ac:spMkLst>
        </pc:spChg>
      </pc:sldChg>
      <pc:sldChg chg="new del">
        <pc:chgData name="CRISTOFHER ANDRES ROJAS ROJAS" userId="ff4a2ee5-b92d-4cf2-97fa-1b800dd1f1dd" providerId="ADAL" clId="{4578CC14-6DAD-489B-AF16-1125D7F8A148}" dt="2020-04-15T04:20:13.617" v="611" actId="680"/>
        <pc:sldMkLst>
          <pc:docMk/>
          <pc:sldMk cId="909507210" sldId="350"/>
        </pc:sldMkLst>
      </pc:sldChg>
      <pc:sldChg chg="modSp add modAnim">
        <pc:chgData name="CRISTOFHER ANDRES ROJAS ROJAS" userId="ff4a2ee5-b92d-4cf2-97fa-1b800dd1f1dd" providerId="ADAL" clId="{4578CC14-6DAD-489B-AF16-1125D7F8A148}" dt="2020-04-15T21:53:48.874" v="1229" actId="20577"/>
        <pc:sldMkLst>
          <pc:docMk/>
          <pc:sldMk cId="2108958779" sldId="350"/>
        </pc:sldMkLst>
        <pc:spChg chg="mod">
          <ac:chgData name="CRISTOFHER ANDRES ROJAS ROJAS" userId="ff4a2ee5-b92d-4cf2-97fa-1b800dd1f1dd" providerId="ADAL" clId="{4578CC14-6DAD-489B-AF16-1125D7F8A148}" dt="2020-04-15T04:23:17.050" v="1028" actId="20577"/>
          <ac:spMkLst>
            <pc:docMk/>
            <pc:sldMk cId="2108958779" sldId="350"/>
            <ac:spMk id="6" creationId="{00000000-0000-0000-0000-000000000000}"/>
          </ac:spMkLst>
        </pc:spChg>
        <pc:spChg chg="mod">
          <ac:chgData name="CRISTOFHER ANDRES ROJAS ROJAS" userId="ff4a2ee5-b92d-4cf2-97fa-1b800dd1f1dd" providerId="ADAL" clId="{4578CC14-6DAD-489B-AF16-1125D7F8A148}" dt="2020-04-15T21:53:48.874" v="1229" actId="20577"/>
          <ac:spMkLst>
            <pc:docMk/>
            <pc:sldMk cId="2108958779" sldId="350"/>
            <ac:spMk id="7" creationId="{00000000-0000-0000-0000-000000000000}"/>
          </ac:spMkLst>
        </pc:spChg>
      </pc:sldChg>
      <pc:sldChg chg="modSp add modAnim">
        <pc:chgData name="CRISTOFHER ANDRES ROJAS ROJAS" userId="ff4a2ee5-b92d-4cf2-97fa-1b800dd1f1dd" providerId="ADAL" clId="{4578CC14-6DAD-489B-AF16-1125D7F8A148}" dt="2020-04-15T21:53:23.391" v="1194" actId="13926"/>
        <pc:sldMkLst>
          <pc:docMk/>
          <pc:sldMk cId="3196129465" sldId="351"/>
        </pc:sldMkLst>
        <pc:spChg chg="mod">
          <ac:chgData name="CRISTOFHER ANDRES ROJAS ROJAS" userId="ff4a2ee5-b92d-4cf2-97fa-1b800dd1f1dd" providerId="ADAL" clId="{4578CC14-6DAD-489B-AF16-1125D7F8A148}" dt="2020-04-15T04:23:26.668" v="1034" actId="20577"/>
          <ac:spMkLst>
            <pc:docMk/>
            <pc:sldMk cId="3196129465" sldId="351"/>
            <ac:spMk id="6" creationId="{00000000-0000-0000-0000-000000000000}"/>
          </ac:spMkLst>
        </pc:spChg>
        <pc:spChg chg="mod">
          <ac:chgData name="CRISTOFHER ANDRES ROJAS ROJAS" userId="ff4a2ee5-b92d-4cf2-97fa-1b800dd1f1dd" providerId="ADAL" clId="{4578CC14-6DAD-489B-AF16-1125D7F8A148}" dt="2020-04-15T21:53:23.391" v="1194" actId="13926"/>
          <ac:spMkLst>
            <pc:docMk/>
            <pc:sldMk cId="3196129465" sldId="351"/>
            <ac:spMk id="7" creationId="{00000000-0000-0000-0000-000000000000}"/>
          </ac:spMkLst>
        </pc:spChg>
      </pc:sldChg>
      <pc:sldChg chg="modSp add">
        <pc:chgData name="CRISTOFHER ANDRES ROJAS ROJAS" userId="ff4a2ee5-b92d-4cf2-97fa-1b800dd1f1dd" providerId="ADAL" clId="{4578CC14-6DAD-489B-AF16-1125D7F8A148}" dt="2020-04-15T21:53:20.465" v="1193" actId="13926"/>
        <pc:sldMkLst>
          <pc:docMk/>
          <pc:sldMk cId="736109266" sldId="352"/>
        </pc:sldMkLst>
        <pc:spChg chg="mod">
          <ac:chgData name="CRISTOFHER ANDRES ROJAS ROJAS" userId="ff4a2ee5-b92d-4cf2-97fa-1b800dd1f1dd" providerId="ADAL" clId="{4578CC14-6DAD-489B-AF16-1125D7F8A148}" dt="2020-04-15T21:53:20.465" v="1193" actId="13926"/>
          <ac:spMkLst>
            <pc:docMk/>
            <pc:sldMk cId="736109266" sldId="352"/>
            <ac:spMk id="7" creationId="{00000000-0000-0000-0000-000000000000}"/>
          </ac:spMkLst>
        </pc:spChg>
      </pc:sldChg>
      <pc:sldChg chg="add del">
        <pc:chgData name="CRISTOFHER ANDRES ROJAS ROJAS" userId="ff4a2ee5-b92d-4cf2-97fa-1b800dd1f1dd" providerId="ADAL" clId="{4578CC14-6DAD-489B-AF16-1125D7F8A148}" dt="2020-04-15T04:38:00.811" v="1192" actId="47"/>
        <pc:sldMkLst>
          <pc:docMk/>
          <pc:sldMk cId="2583594277" sldId="353"/>
        </pc:sldMkLst>
      </pc:sldChg>
      <pc:sldChg chg="new del">
        <pc:chgData name="CRISTOFHER ANDRES ROJAS ROJAS" userId="ff4a2ee5-b92d-4cf2-97fa-1b800dd1f1dd" providerId="ADAL" clId="{4578CC14-6DAD-489B-AF16-1125D7F8A148}" dt="2020-04-15T04:24:47.406" v="1082" actId="680"/>
        <pc:sldMkLst>
          <pc:docMk/>
          <pc:sldMk cId="2702834430" sldId="353"/>
        </pc:sldMkLst>
      </pc:sldChg>
      <pc:sldChg chg="new del">
        <pc:chgData name="CRISTOFHER ANDRES ROJAS ROJAS" userId="ff4a2ee5-b92d-4cf2-97fa-1b800dd1f1dd" providerId="ADAL" clId="{4578CC14-6DAD-489B-AF16-1125D7F8A148}" dt="2020-04-15T04:25:22.445" v="1086" actId="47"/>
        <pc:sldMkLst>
          <pc:docMk/>
          <pc:sldMk cId="3521599848" sldId="354"/>
        </pc:sldMkLst>
      </pc:sldChg>
      <pc:sldChg chg="addSp modSp add setBg modAnim">
        <pc:chgData name="CRISTOFHER ANDRES ROJAS ROJAS" userId="ff4a2ee5-b92d-4cf2-97fa-1b800dd1f1dd" providerId="ADAL" clId="{4578CC14-6DAD-489B-AF16-1125D7F8A148}" dt="2020-04-15T04:25:59.993" v="1091" actId="20577"/>
        <pc:sldMkLst>
          <pc:docMk/>
          <pc:sldMk cId="2010018448" sldId="374"/>
        </pc:sldMkLst>
        <pc:spChg chg="mod">
          <ac:chgData name="CRISTOFHER ANDRES ROJAS ROJAS" userId="ff4a2ee5-b92d-4cf2-97fa-1b800dd1f1dd" providerId="ADAL" clId="{4578CC14-6DAD-489B-AF16-1125D7F8A148}" dt="2020-04-15T04:25:59.993" v="1091" actId="20577"/>
          <ac:spMkLst>
            <pc:docMk/>
            <pc:sldMk cId="2010018448" sldId="374"/>
            <ac:spMk id="10" creationId="{C1287916-9F87-E541-93BB-A3CA78185987}"/>
          </ac:spMkLst>
        </pc:spChg>
        <pc:picChg chg="add">
          <ac:chgData name="CRISTOFHER ANDRES ROJAS ROJAS" userId="ff4a2ee5-b92d-4cf2-97fa-1b800dd1f1dd" providerId="ADAL" clId="{4578CC14-6DAD-489B-AF16-1125D7F8A148}" dt="2020-04-15T04:25:35.192" v="1088"/>
          <ac:picMkLst>
            <pc:docMk/>
            <pc:sldMk cId="2010018448" sldId="374"/>
            <ac:picMk id="7" creationId="{2DA9AD06-6661-4ED3-B11D-65DB91FEA491}"/>
          </ac:picMkLst>
        </pc:picChg>
      </pc:sldChg>
      <pc:sldChg chg="add">
        <pc:chgData name="CRISTOFHER ANDRES ROJAS ROJAS" userId="ff4a2ee5-b92d-4cf2-97fa-1b800dd1f1dd" providerId="ADAL" clId="{4578CC14-6DAD-489B-AF16-1125D7F8A148}" dt="2020-04-15T04:26:10.430" v="1092"/>
        <pc:sldMkLst>
          <pc:docMk/>
          <pc:sldMk cId="2452545310" sldId="3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F21A3B-4B54-478E-9548-A91E1B1C5643}" type="datetimeFigureOut">
              <a:rPr lang="es-CL" smtClean="0"/>
              <a:t>14-10-22</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2622E4-1B15-4ED3-B8E2-3FF910AB6EC6}" type="slidenum">
              <a:rPr lang="es-CL" smtClean="0"/>
              <a:t>‹Nº›</a:t>
            </a:fld>
            <a:endParaRPr lang="es-CL"/>
          </a:p>
        </p:txBody>
      </p:sp>
    </p:spTree>
    <p:extLst>
      <p:ext uri="{BB962C8B-B14F-4D97-AF65-F5344CB8AC3E}">
        <p14:creationId xmlns:p14="http://schemas.microsoft.com/office/powerpoint/2010/main" val="1257187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037630" y="2417441"/>
            <a:ext cx="11759804" cy="1668070"/>
          </a:xfrm>
        </p:spPr>
        <p:txBody>
          <a:bodyPr/>
          <a:lstStyle/>
          <a:p>
            <a:r>
              <a:rPr lang="es-ES_tradnl"/>
              <a:t>Clic para editar título</a:t>
            </a:r>
            <a:endParaRPr lang="es-ES"/>
          </a:p>
        </p:txBody>
      </p:sp>
      <p:sp>
        <p:nvSpPr>
          <p:cNvPr id="3" name="Subtítulo 2"/>
          <p:cNvSpPr>
            <a:spLocks noGrp="1"/>
          </p:cNvSpPr>
          <p:nvPr>
            <p:ph type="subTitle" idx="1"/>
          </p:nvPr>
        </p:nvSpPr>
        <p:spPr>
          <a:xfrm>
            <a:off x="2075261" y="4409758"/>
            <a:ext cx="9684545" cy="1988714"/>
          </a:xfrm>
        </p:spPr>
        <p:txBody>
          <a:bodyPr/>
          <a:lstStyle>
            <a:lvl1pPr marL="0" indent="0" algn="ctr">
              <a:buNone/>
              <a:defRPr>
                <a:solidFill>
                  <a:schemeClr val="tx1">
                    <a:tint val="75000"/>
                  </a:schemeClr>
                </a:solidFill>
              </a:defRPr>
            </a:lvl1pPr>
            <a:lvl2pPr marL="509396" indent="0" algn="ctr">
              <a:buNone/>
              <a:defRPr>
                <a:solidFill>
                  <a:schemeClr val="tx1">
                    <a:tint val="75000"/>
                  </a:schemeClr>
                </a:solidFill>
              </a:defRPr>
            </a:lvl2pPr>
            <a:lvl3pPr marL="1018793" indent="0" algn="ctr">
              <a:buNone/>
              <a:defRPr>
                <a:solidFill>
                  <a:schemeClr val="tx1">
                    <a:tint val="75000"/>
                  </a:schemeClr>
                </a:solidFill>
              </a:defRPr>
            </a:lvl3pPr>
            <a:lvl4pPr marL="1528191" indent="0" algn="ctr">
              <a:buNone/>
              <a:defRPr>
                <a:solidFill>
                  <a:schemeClr val="tx1">
                    <a:tint val="75000"/>
                  </a:schemeClr>
                </a:solidFill>
              </a:defRPr>
            </a:lvl4pPr>
            <a:lvl5pPr marL="2037587" indent="0" algn="ctr">
              <a:buNone/>
              <a:defRPr>
                <a:solidFill>
                  <a:schemeClr val="tx1">
                    <a:tint val="75000"/>
                  </a:schemeClr>
                </a:solidFill>
              </a:defRPr>
            </a:lvl5pPr>
            <a:lvl6pPr marL="2546984" indent="0" algn="ctr">
              <a:buNone/>
              <a:defRPr>
                <a:solidFill>
                  <a:schemeClr val="tx1">
                    <a:tint val="75000"/>
                  </a:schemeClr>
                </a:solidFill>
              </a:defRPr>
            </a:lvl6pPr>
            <a:lvl7pPr marL="3056381" indent="0" algn="ctr">
              <a:buNone/>
              <a:defRPr>
                <a:solidFill>
                  <a:schemeClr val="tx1">
                    <a:tint val="75000"/>
                  </a:schemeClr>
                </a:solidFill>
              </a:defRPr>
            </a:lvl7pPr>
            <a:lvl8pPr marL="3565779" indent="0" algn="ctr">
              <a:buNone/>
              <a:defRPr>
                <a:solidFill>
                  <a:schemeClr val="tx1">
                    <a:tint val="75000"/>
                  </a:schemeClr>
                </a:solidFill>
              </a:defRPr>
            </a:lvl8pPr>
            <a:lvl9pPr marL="4075175" indent="0" algn="ctr">
              <a:buNone/>
              <a:defRPr>
                <a:solidFill>
                  <a:schemeClr val="tx1">
                    <a:tint val="75000"/>
                  </a:schemeClr>
                </a:solidFill>
              </a:defRPr>
            </a:lvl9pPr>
          </a:lstStyle>
          <a:p>
            <a:r>
              <a:rPr lang="es-ES_tradnl"/>
              <a:t>Haga clic para modificar el estilo de subtítulo del patrón</a:t>
            </a:r>
            <a:endParaRPr lang="es-ES"/>
          </a:p>
        </p:txBody>
      </p:sp>
      <p:sp>
        <p:nvSpPr>
          <p:cNvPr id="4" name="Marcador de fecha 3"/>
          <p:cNvSpPr>
            <a:spLocks noGrp="1"/>
          </p:cNvSpPr>
          <p:nvPr>
            <p:ph type="dt" sz="half" idx="10"/>
          </p:nvPr>
        </p:nvSpPr>
        <p:spPr/>
        <p:txBody>
          <a:bodyPr/>
          <a:lstStyle/>
          <a:p>
            <a:fld id="{C9425A25-5545-4DC3-82F0-B0FDAC671EBD}" type="datetime1">
              <a:rPr lang="es-ES" smtClean="0"/>
              <a:t>14/10/22</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9147EDA9-C55A-8145-A85C-80E4429229CF}" type="slidenum">
              <a:rPr lang="es-ES" smtClean="0"/>
              <a:t>‹Nº›</a:t>
            </a:fld>
            <a:endParaRPr lang="es-ES"/>
          </a:p>
        </p:txBody>
      </p:sp>
      <p:pic>
        <p:nvPicPr>
          <p:cNvPr id="7" name="Imagen 6"/>
          <p:cNvPicPr>
            <a:picLocks noChangeAspect="1"/>
          </p:cNvPicPr>
          <p:nvPr userDrawn="1"/>
        </p:nvPicPr>
        <p:blipFill>
          <a:blip r:embed="rId2"/>
          <a:stretch>
            <a:fillRect/>
          </a:stretch>
        </p:blipFill>
        <p:spPr>
          <a:xfrm>
            <a:off x="2728620" y="0"/>
            <a:ext cx="8099801" cy="453218"/>
          </a:xfrm>
          <a:prstGeom prst="rect">
            <a:avLst/>
          </a:prstGeom>
        </p:spPr>
      </p:pic>
      <p:pic>
        <p:nvPicPr>
          <p:cNvPr id="8" name="Imagen 7"/>
          <p:cNvPicPr>
            <a:picLocks noChangeAspect="1"/>
          </p:cNvPicPr>
          <p:nvPr userDrawn="1"/>
        </p:nvPicPr>
        <p:blipFill>
          <a:blip r:embed="rId3"/>
          <a:stretch>
            <a:fillRect/>
          </a:stretch>
        </p:blipFill>
        <p:spPr>
          <a:xfrm>
            <a:off x="5635361" y="716679"/>
            <a:ext cx="2548466" cy="878042"/>
          </a:xfrm>
          <a:prstGeom prst="rect">
            <a:avLst/>
          </a:prstGeom>
        </p:spPr>
      </p:pic>
      <p:sp>
        <p:nvSpPr>
          <p:cNvPr id="9" name="Marcador de texto 5">
            <a:extLst>
              <a:ext uri="{FF2B5EF4-FFF2-40B4-BE49-F238E27FC236}">
                <a16:creationId xmlns:a16="http://schemas.microsoft.com/office/drawing/2014/main" id="{4BFCA498-348C-4A5E-9EF5-B337E69E3111}"/>
              </a:ext>
            </a:extLst>
          </p:cNvPr>
          <p:cNvSpPr txBox="1">
            <a:spLocks/>
          </p:cNvSpPr>
          <p:nvPr userDrawn="1"/>
        </p:nvSpPr>
        <p:spPr>
          <a:xfrm>
            <a:off x="0" y="6422550"/>
            <a:ext cx="13835063" cy="466725"/>
          </a:xfrm>
          <a:prstGeom prst="rect">
            <a:avLst/>
          </a:prstGeom>
        </p:spPr>
        <p:txBody>
          <a:bodyPr vert="horz" lIns="101882" tIns="50941" rIns="101882" bIns="50941" rtlCol="0" anchor="ctr"/>
          <a:lstStyle>
            <a:defPPr>
              <a:defRPr lang="es-ES"/>
            </a:defPPr>
            <a:lvl1pPr marL="0" algn="l" defTabSz="509412" rtl="0" eaLnBrk="1" latinLnBrk="0" hangingPunct="1">
              <a:defRPr sz="1300" kern="1200">
                <a:solidFill>
                  <a:schemeClr val="tx1">
                    <a:tint val="75000"/>
                  </a:schemeClr>
                </a:solidFill>
                <a:latin typeface="+mn-lt"/>
                <a:ea typeface="+mn-ea"/>
                <a:cs typeface="+mn-cs"/>
              </a:defRPr>
            </a:lvl1pPr>
            <a:lvl2pPr marL="509412" algn="l" defTabSz="509412" rtl="0" eaLnBrk="1" latinLnBrk="0" hangingPunct="1">
              <a:defRPr sz="2000" kern="1200">
                <a:solidFill>
                  <a:schemeClr val="tx1"/>
                </a:solidFill>
                <a:latin typeface="+mn-lt"/>
                <a:ea typeface="+mn-ea"/>
                <a:cs typeface="+mn-cs"/>
              </a:defRPr>
            </a:lvl2pPr>
            <a:lvl3pPr marL="1018824" algn="l" defTabSz="509412" rtl="0" eaLnBrk="1" latinLnBrk="0" hangingPunct="1">
              <a:defRPr sz="2000" kern="1200">
                <a:solidFill>
                  <a:schemeClr val="tx1"/>
                </a:solidFill>
                <a:latin typeface="+mn-lt"/>
                <a:ea typeface="+mn-ea"/>
                <a:cs typeface="+mn-cs"/>
              </a:defRPr>
            </a:lvl3pPr>
            <a:lvl4pPr marL="1528237" algn="l" defTabSz="509412" rtl="0" eaLnBrk="1" latinLnBrk="0" hangingPunct="1">
              <a:defRPr sz="2000" kern="1200">
                <a:solidFill>
                  <a:schemeClr val="tx1"/>
                </a:solidFill>
                <a:latin typeface="+mn-lt"/>
                <a:ea typeface="+mn-ea"/>
                <a:cs typeface="+mn-cs"/>
              </a:defRPr>
            </a:lvl4pPr>
            <a:lvl5pPr marL="2037649" algn="l" defTabSz="509412" rtl="0" eaLnBrk="1" latinLnBrk="0" hangingPunct="1">
              <a:defRPr sz="2000" kern="1200">
                <a:solidFill>
                  <a:schemeClr val="tx1"/>
                </a:solidFill>
                <a:latin typeface="+mn-lt"/>
                <a:ea typeface="+mn-ea"/>
                <a:cs typeface="+mn-cs"/>
              </a:defRPr>
            </a:lvl5pPr>
            <a:lvl6pPr marL="2547061" algn="l" defTabSz="509412" rtl="0" eaLnBrk="1" latinLnBrk="0" hangingPunct="1">
              <a:defRPr sz="2000" kern="1200">
                <a:solidFill>
                  <a:schemeClr val="tx1"/>
                </a:solidFill>
                <a:latin typeface="+mn-lt"/>
                <a:ea typeface="+mn-ea"/>
                <a:cs typeface="+mn-cs"/>
              </a:defRPr>
            </a:lvl6pPr>
            <a:lvl7pPr marL="3056473" algn="l" defTabSz="509412" rtl="0" eaLnBrk="1" latinLnBrk="0" hangingPunct="1">
              <a:defRPr sz="2000" kern="1200">
                <a:solidFill>
                  <a:schemeClr val="tx1"/>
                </a:solidFill>
                <a:latin typeface="+mn-lt"/>
                <a:ea typeface="+mn-ea"/>
                <a:cs typeface="+mn-cs"/>
              </a:defRPr>
            </a:lvl7pPr>
            <a:lvl8pPr marL="3565886" algn="l" defTabSz="509412" rtl="0" eaLnBrk="1" latinLnBrk="0" hangingPunct="1">
              <a:defRPr sz="2000" kern="1200">
                <a:solidFill>
                  <a:schemeClr val="tx1"/>
                </a:solidFill>
                <a:latin typeface="+mn-lt"/>
                <a:ea typeface="+mn-ea"/>
                <a:cs typeface="+mn-cs"/>
              </a:defRPr>
            </a:lvl8pPr>
            <a:lvl9pPr marL="4075298" algn="l" defTabSz="509412" rtl="0" eaLnBrk="1" latinLnBrk="0" hangingPunct="1">
              <a:defRPr sz="2000" kern="1200">
                <a:solidFill>
                  <a:schemeClr val="tx1"/>
                </a:solidFill>
                <a:latin typeface="+mn-lt"/>
                <a:ea typeface="+mn-ea"/>
                <a:cs typeface="+mn-cs"/>
              </a:defRPr>
            </a:lvl9pPr>
          </a:lstStyle>
          <a:p>
            <a:pPr algn="ctr"/>
            <a:r>
              <a:rPr lang="es-CL" sz="2400" dirty="0">
                <a:solidFill>
                  <a:schemeClr val="tx1"/>
                </a:solidFill>
              </a:rPr>
              <a:t>Semestre II</a:t>
            </a:r>
          </a:p>
        </p:txBody>
      </p:sp>
      <p:pic>
        <p:nvPicPr>
          <p:cNvPr id="10" name="Imagen 9"/>
          <p:cNvPicPr>
            <a:picLocks noChangeAspect="1"/>
          </p:cNvPicPr>
          <p:nvPr userDrawn="1"/>
        </p:nvPicPr>
        <p:blipFill>
          <a:blip r:embed="rId2"/>
          <a:stretch>
            <a:fillRect/>
          </a:stretch>
        </p:blipFill>
        <p:spPr>
          <a:xfrm>
            <a:off x="3009357" y="7328707"/>
            <a:ext cx="8099801" cy="453218"/>
          </a:xfrm>
          <a:prstGeom prst="rect">
            <a:avLst/>
          </a:prstGeom>
        </p:spPr>
      </p:pic>
    </p:spTree>
    <p:extLst>
      <p:ext uri="{BB962C8B-B14F-4D97-AF65-F5344CB8AC3E}">
        <p14:creationId xmlns:p14="http://schemas.microsoft.com/office/powerpoint/2010/main" val="2738684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691755" y="311638"/>
            <a:ext cx="10668503" cy="1296988"/>
          </a:xfrm>
        </p:spPr>
        <p:txBody>
          <a:bodyPr/>
          <a:lstStyle/>
          <a:p>
            <a:r>
              <a:rPr lang="es-ES_tradnl"/>
              <a:t>Clic para editar título</a:t>
            </a:r>
            <a:endParaRPr lang="es-ES"/>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E1E6CFD9-E906-4A4B-952A-0B18D04055BA}" type="datetime1">
              <a:rPr lang="es-ES" smtClean="0"/>
              <a:t>14/10/22</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9147EDA9-C55A-8145-A85C-80E4429229CF}" type="slidenum">
              <a:rPr lang="es-ES" smtClean="0"/>
              <a:t>‹Nº›</a:t>
            </a:fld>
            <a:endParaRPr lang="es-ES"/>
          </a:p>
        </p:txBody>
      </p:sp>
      <p:pic>
        <p:nvPicPr>
          <p:cNvPr id="7" name="Imagen 6">
            <a:extLst>
              <a:ext uri="{FF2B5EF4-FFF2-40B4-BE49-F238E27FC236}">
                <a16:creationId xmlns:a16="http://schemas.microsoft.com/office/drawing/2014/main" id="{14A43F8F-EE3E-4CF8-8778-4D390B492303}"/>
              </a:ext>
            </a:extLst>
          </p:cNvPr>
          <p:cNvPicPr>
            <a:picLocks noChangeAspect="1"/>
          </p:cNvPicPr>
          <p:nvPr userDrawn="1"/>
        </p:nvPicPr>
        <p:blipFill>
          <a:blip r:embed="rId2"/>
          <a:stretch>
            <a:fillRect/>
          </a:stretch>
        </p:blipFill>
        <p:spPr>
          <a:xfrm>
            <a:off x="11529220" y="335644"/>
            <a:ext cx="2048314" cy="705721"/>
          </a:xfrm>
          <a:prstGeom prst="rect">
            <a:avLst/>
          </a:prstGeom>
        </p:spPr>
      </p:pic>
    </p:spTree>
    <p:extLst>
      <p:ext uri="{BB962C8B-B14F-4D97-AF65-F5344CB8AC3E}">
        <p14:creationId xmlns:p14="http://schemas.microsoft.com/office/powerpoint/2010/main" val="3182405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1092875" y="5000611"/>
            <a:ext cx="11759804" cy="1545577"/>
          </a:xfrm>
        </p:spPr>
        <p:txBody>
          <a:bodyPr anchor="t"/>
          <a:lstStyle>
            <a:lvl1pPr algn="l">
              <a:defRPr sz="4500" b="1" cap="all"/>
            </a:lvl1pPr>
          </a:lstStyle>
          <a:p>
            <a:r>
              <a:rPr lang="es-ES_tradnl"/>
              <a:t>Clic para editar título</a:t>
            </a:r>
            <a:endParaRPr lang="es-ES"/>
          </a:p>
        </p:txBody>
      </p:sp>
      <p:sp>
        <p:nvSpPr>
          <p:cNvPr id="3" name="Marcador de texto 2"/>
          <p:cNvSpPr>
            <a:spLocks noGrp="1"/>
          </p:cNvSpPr>
          <p:nvPr>
            <p:ph type="body" idx="1"/>
          </p:nvPr>
        </p:nvSpPr>
        <p:spPr>
          <a:xfrm>
            <a:off x="1092875" y="3298312"/>
            <a:ext cx="11759804" cy="1702296"/>
          </a:xfrm>
        </p:spPr>
        <p:txBody>
          <a:bodyPr anchor="b"/>
          <a:lstStyle>
            <a:lvl1pPr marL="0" indent="0">
              <a:buNone/>
              <a:defRPr sz="2200">
                <a:solidFill>
                  <a:schemeClr val="tx1">
                    <a:tint val="75000"/>
                  </a:schemeClr>
                </a:solidFill>
              </a:defRPr>
            </a:lvl1pPr>
            <a:lvl2pPr marL="509396" indent="0">
              <a:buNone/>
              <a:defRPr sz="2000">
                <a:solidFill>
                  <a:schemeClr val="tx1">
                    <a:tint val="75000"/>
                  </a:schemeClr>
                </a:solidFill>
              </a:defRPr>
            </a:lvl2pPr>
            <a:lvl3pPr marL="1018793" indent="0">
              <a:buNone/>
              <a:defRPr sz="1800">
                <a:solidFill>
                  <a:schemeClr val="tx1">
                    <a:tint val="75000"/>
                  </a:schemeClr>
                </a:solidFill>
              </a:defRPr>
            </a:lvl3pPr>
            <a:lvl4pPr marL="1528191" indent="0">
              <a:buNone/>
              <a:defRPr sz="1600">
                <a:solidFill>
                  <a:schemeClr val="tx1">
                    <a:tint val="75000"/>
                  </a:schemeClr>
                </a:solidFill>
              </a:defRPr>
            </a:lvl4pPr>
            <a:lvl5pPr marL="2037587" indent="0">
              <a:buNone/>
              <a:defRPr sz="1600">
                <a:solidFill>
                  <a:schemeClr val="tx1">
                    <a:tint val="75000"/>
                  </a:schemeClr>
                </a:solidFill>
              </a:defRPr>
            </a:lvl5pPr>
            <a:lvl6pPr marL="2546984" indent="0">
              <a:buNone/>
              <a:defRPr sz="1600">
                <a:solidFill>
                  <a:schemeClr val="tx1">
                    <a:tint val="75000"/>
                  </a:schemeClr>
                </a:solidFill>
              </a:defRPr>
            </a:lvl6pPr>
            <a:lvl7pPr marL="3056381" indent="0">
              <a:buNone/>
              <a:defRPr sz="1600">
                <a:solidFill>
                  <a:schemeClr val="tx1">
                    <a:tint val="75000"/>
                  </a:schemeClr>
                </a:solidFill>
              </a:defRPr>
            </a:lvl7pPr>
            <a:lvl8pPr marL="3565779" indent="0">
              <a:buNone/>
              <a:defRPr sz="1600">
                <a:solidFill>
                  <a:schemeClr val="tx1">
                    <a:tint val="75000"/>
                  </a:schemeClr>
                </a:solidFill>
              </a:defRPr>
            </a:lvl8pPr>
            <a:lvl9pPr marL="4075175" indent="0">
              <a:buNone/>
              <a:defRPr sz="1600">
                <a:solidFill>
                  <a:schemeClr val="tx1">
                    <a:tint val="75000"/>
                  </a:schemeClr>
                </a:solidFill>
              </a:defRPr>
            </a:lvl9pPr>
          </a:lstStyle>
          <a:p>
            <a:pPr lvl="0"/>
            <a:r>
              <a:rPr lang="es-ES_tradnl"/>
              <a:t>Haga clic para modificar el estilo de texto del patrón</a:t>
            </a:r>
          </a:p>
        </p:txBody>
      </p:sp>
      <p:sp>
        <p:nvSpPr>
          <p:cNvPr id="4" name="Marcador de fecha 3"/>
          <p:cNvSpPr>
            <a:spLocks noGrp="1"/>
          </p:cNvSpPr>
          <p:nvPr>
            <p:ph type="dt" sz="half" idx="10"/>
          </p:nvPr>
        </p:nvSpPr>
        <p:spPr/>
        <p:txBody>
          <a:bodyPr/>
          <a:lstStyle/>
          <a:p>
            <a:fld id="{2A218F2F-B09A-4360-91A4-0970B48AAFB9}" type="datetime1">
              <a:rPr lang="es-ES" smtClean="0"/>
              <a:t>14/10/22</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3101548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sz="half" idx="1"/>
          </p:nvPr>
        </p:nvSpPr>
        <p:spPr>
          <a:xfrm>
            <a:off x="691754" y="1815786"/>
            <a:ext cx="6110486" cy="5135711"/>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contenido 3"/>
          <p:cNvSpPr>
            <a:spLocks noGrp="1"/>
          </p:cNvSpPr>
          <p:nvPr>
            <p:ph sz="half" idx="2"/>
          </p:nvPr>
        </p:nvSpPr>
        <p:spPr>
          <a:xfrm>
            <a:off x="7032824" y="1815786"/>
            <a:ext cx="6110486" cy="5135711"/>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fecha 4"/>
          <p:cNvSpPr>
            <a:spLocks noGrp="1"/>
          </p:cNvSpPr>
          <p:nvPr>
            <p:ph type="dt" sz="half" idx="10"/>
          </p:nvPr>
        </p:nvSpPr>
        <p:spPr/>
        <p:txBody>
          <a:bodyPr/>
          <a:lstStyle/>
          <a:p>
            <a:fld id="{0B6774F7-C1E2-463E-B987-CB30F12A832E}" type="datetime1">
              <a:rPr lang="es-ES" smtClean="0"/>
              <a:t>14/10/22</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1146943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es-ES_tradnl"/>
              <a:t>Clic para editar título</a:t>
            </a:r>
            <a:endParaRPr lang="es-ES"/>
          </a:p>
        </p:txBody>
      </p:sp>
      <p:sp>
        <p:nvSpPr>
          <p:cNvPr id="3" name="Marcador de texto 2"/>
          <p:cNvSpPr>
            <a:spLocks noGrp="1"/>
          </p:cNvSpPr>
          <p:nvPr>
            <p:ph type="body" idx="1"/>
          </p:nvPr>
        </p:nvSpPr>
        <p:spPr>
          <a:xfrm>
            <a:off x="691754" y="1741927"/>
            <a:ext cx="6112888" cy="725952"/>
          </a:xfrm>
        </p:spPr>
        <p:txBody>
          <a:bodyPr anchor="b"/>
          <a:lstStyle>
            <a:lvl1pPr marL="0" indent="0">
              <a:buNone/>
              <a:defRPr sz="2700" b="1"/>
            </a:lvl1pPr>
            <a:lvl2pPr marL="509396" indent="0">
              <a:buNone/>
              <a:defRPr sz="2200" b="1"/>
            </a:lvl2pPr>
            <a:lvl3pPr marL="1018793" indent="0">
              <a:buNone/>
              <a:defRPr sz="2000" b="1"/>
            </a:lvl3pPr>
            <a:lvl4pPr marL="1528191" indent="0">
              <a:buNone/>
              <a:defRPr sz="1800" b="1"/>
            </a:lvl4pPr>
            <a:lvl5pPr marL="2037587" indent="0">
              <a:buNone/>
              <a:defRPr sz="1800" b="1"/>
            </a:lvl5pPr>
            <a:lvl6pPr marL="2546984" indent="0">
              <a:buNone/>
              <a:defRPr sz="1800" b="1"/>
            </a:lvl6pPr>
            <a:lvl7pPr marL="3056381" indent="0">
              <a:buNone/>
              <a:defRPr sz="1800" b="1"/>
            </a:lvl7pPr>
            <a:lvl8pPr marL="3565779" indent="0">
              <a:buNone/>
              <a:defRPr sz="1800" b="1"/>
            </a:lvl8pPr>
            <a:lvl9pPr marL="4075175" indent="0">
              <a:buNone/>
              <a:defRPr sz="1800" b="1"/>
            </a:lvl9pPr>
          </a:lstStyle>
          <a:p>
            <a:pPr lvl="0"/>
            <a:r>
              <a:rPr lang="es-ES_tradnl"/>
              <a:t>Haga clic para modificar el estilo de texto del patrón</a:t>
            </a:r>
          </a:p>
        </p:txBody>
      </p:sp>
      <p:sp>
        <p:nvSpPr>
          <p:cNvPr id="4" name="Marcador de contenido 3"/>
          <p:cNvSpPr>
            <a:spLocks noGrp="1"/>
          </p:cNvSpPr>
          <p:nvPr>
            <p:ph sz="half" idx="2"/>
          </p:nvPr>
        </p:nvSpPr>
        <p:spPr>
          <a:xfrm>
            <a:off x="691754" y="2467879"/>
            <a:ext cx="6112888" cy="4483614"/>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texto 4"/>
          <p:cNvSpPr>
            <a:spLocks noGrp="1"/>
          </p:cNvSpPr>
          <p:nvPr>
            <p:ph type="body" sz="quarter" idx="3"/>
          </p:nvPr>
        </p:nvSpPr>
        <p:spPr>
          <a:xfrm>
            <a:off x="7028021" y="1741927"/>
            <a:ext cx="6115290" cy="725952"/>
          </a:xfrm>
        </p:spPr>
        <p:txBody>
          <a:bodyPr anchor="b"/>
          <a:lstStyle>
            <a:lvl1pPr marL="0" indent="0">
              <a:buNone/>
              <a:defRPr sz="2700" b="1"/>
            </a:lvl1pPr>
            <a:lvl2pPr marL="509396" indent="0">
              <a:buNone/>
              <a:defRPr sz="2200" b="1"/>
            </a:lvl2pPr>
            <a:lvl3pPr marL="1018793" indent="0">
              <a:buNone/>
              <a:defRPr sz="2000" b="1"/>
            </a:lvl3pPr>
            <a:lvl4pPr marL="1528191" indent="0">
              <a:buNone/>
              <a:defRPr sz="1800" b="1"/>
            </a:lvl4pPr>
            <a:lvl5pPr marL="2037587" indent="0">
              <a:buNone/>
              <a:defRPr sz="1800" b="1"/>
            </a:lvl5pPr>
            <a:lvl6pPr marL="2546984" indent="0">
              <a:buNone/>
              <a:defRPr sz="1800" b="1"/>
            </a:lvl6pPr>
            <a:lvl7pPr marL="3056381" indent="0">
              <a:buNone/>
              <a:defRPr sz="1800" b="1"/>
            </a:lvl7pPr>
            <a:lvl8pPr marL="3565779" indent="0">
              <a:buNone/>
              <a:defRPr sz="1800" b="1"/>
            </a:lvl8pPr>
            <a:lvl9pPr marL="4075175" indent="0">
              <a:buNone/>
              <a:defRPr sz="1800" b="1"/>
            </a:lvl9pPr>
          </a:lstStyle>
          <a:p>
            <a:pPr lvl="0"/>
            <a:r>
              <a:rPr lang="es-ES_tradnl"/>
              <a:t>Haga clic para modificar el estilo de texto del patrón</a:t>
            </a:r>
          </a:p>
        </p:txBody>
      </p:sp>
      <p:sp>
        <p:nvSpPr>
          <p:cNvPr id="6" name="Marcador de contenido 5"/>
          <p:cNvSpPr>
            <a:spLocks noGrp="1"/>
          </p:cNvSpPr>
          <p:nvPr>
            <p:ph sz="quarter" idx="4"/>
          </p:nvPr>
        </p:nvSpPr>
        <p:spPr>
          <a:xfrm>
            <a:off x="7028021" y="2467879"/>
            <a:ext cx="6115290" cy="4483614"/>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7" name="Marcador de fecha 6"/>
          <p:cNvSpPr>
            <a:spLocks noGrp="1"/>
          </p:cNvSpPr>
          <p:nvPr>
            <p:ph type="dt" sz="half" idx="10"/>
          </p:nvPr>
        </p:nvSpPr>
        <p:spPr/>
        <p:txBody>
          <a:bodyPr/>
          <a:lstStyle/>
          <a:p>
            <a:fld id="{B619CE3E-D85E-4C07-8DF3-EE81179FC87C}" type="datetime1">
              <a:rPr lang="es-ES" smtClean="0"/>
              <a:t>14/10/22</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3722936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fecha 2"/>
          <p:cNvSpPr>
            <a:spLocks noGrp="1"/>
          </p:cNvSpPr>
          <p:nvPr>
            <p:ph type="dt" sz="half" idx="10"/>
          </p:nvPr>
        </p:nvSpPr>
        <p:spPr/>
        <p:txBody>
          <a:bodyPr/>
          <a:lstStyle/>
          <a:p>
            <a:fld id="{51A8DCAB-65C6-4818-B03E-FEB86B5BD72A}" type="datetime1">
              <a:rPr lang="es-ES" smtClean="0"/>
              <a:t>14/10/22</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3176677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A14C3DC4-CADC-432B-90E3-19D9DE894AD9}" type="datetime1">
              <a:rPr lang="es-ES" smtClean="0"/>
              <a:t>14/10/22</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620940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91756" y="309836"/>
            <a:ext cx="4551641" cy="1318604"/>
          </a:xfrm>
        </p:spPr>
        <p:txBody>
          <a:bodyPr anchor="b"/>
          <a:lstStyle>
            <a:lvl1pPr algn="l">
              <a:defRPr sz="2200" b="1"/>
            </a:lvl1pPr>
          </a:lstStyle>
          <a:p>
            <a:r>
              <a:rPr lang="es-ES_tradnl"/>
              <a:t>Clic para editar título</a:t>
            </a:r>
            <a:endParaRPr lang="es-ES"/>
          </a:p>
        </p:txBody>
      </p:sp>
      <p:sp>
        <p:nvSpPr>
          <p:cNvPr id="3" name="Marcador de contenido 2"/>
          <p:cNvSpPr>
            <a:spLocks noGrp="1"/>
          </p:cNvSpPr>
          <p:nvPr>
            <p:ph idx="1"/>
          </p:nvPr>
        </p:nvSpPr>
        <p:spPr>
          <a:xfrm>
            <a:off x="5409125" y="309840"/>
            <a:ext cx="7734184" cy="6641657"/>
          </a:xfrm>
        </p:spPr>
        <p:txBody>
          <a:bodyPr/>
          <a:lstStyle>
            <a:lvl1pPr>
              <a:defRPr sz="3600"/>
            </a:lvl1pPr>
            <a:lvl2pPr>
              <a:defRPr sz="3100"/>
            </a:lvl2pPr>
            <a:lvl3pPr>
              <a:defRPr sz="2700"/>
            </a:lvl3pPr>
            <a:lvl4pPr>
              <a:defRPr sz="2200"/>
            </a:lvl4pPr>
            <a:lvl5pPr>
              <a:defRPr sz="2200"/>
            </a:lvl5pPr>
            <a:lvl6pPr>
              <a:defRPr sz="2200"/>
            </a:lvl6pPr>
            <a:lvl7pPr>
              <a:defRPr sz="2200"/>
            </a:lvl7pPr>
            <a:lvl8pPr>
              <a:defRPr sz="2200"/>
            </a:lvl8pPr>
            <a:lvl9pPr>
              <a:defRPr sz="22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texto 3"/>
          <p:cNvSpPr>
            <a:spLocks noGrp="1"/>
          </p:cNvSpPr>
          <p:nvPr>
            <p:ph type="body" sz="half" idx="2"/>
          </p:nvPr>
        </p:nvSpPr>
        <p:spPr>
          <a:xfrm>
            <a:off x="691756" y="1628444"/>
            <a:ext cx="4551641" cy="5323053"/>
          </a:xfrm>
        </p:spPr>
        <p:txBody>
          <a:bodyPr/>
          <a:lstStyle>
            <a:lvl1pPr marL="0" indent="0">
              <a:buNone/>
              <a:defRPr sz="1600"/>
            </a:lvl1pPr>
            <a:lvl2pPr marL="509396" indent="0">
              <a:buNone/>
              <a:defRPr sz="1300"/>
            </a:lvl2pPr>
            <a:lvl3pPr marL="1018793" indent="0">
              <a:buNone/>
              <a:defRPr sz="1100"/>
            </a:lvl3pPr>
            <a:lvl4pPr marL="1528191" indent="0">
              <a:buNone/>
              <a:defRPr sz="1000"/>
            </a:lvl4pPr>
            <a:lvl5pPr marL="2037587" indent="0">
              <a:buNone/>
              <a:defRPr sz="1000"/>
            </a:lvl5pPr>
            <a:lvl6pPr marL="2546984" indent="0">
              <a:buNone/>
              <a:defRPr sz="1000"/>
            </a:lvl6pPr>
            <a:lvl7pPr marL="3056381" indent="0">
              <a:buNone/>
              <a:defRPr sz="1000"/>
            </a:lvl7pPr>
            <a:lvl8pPr marL="3565779" indent="0">
              <a:buNone/>
              <a:defRPr sz="1000"/>
            </a:lvl8pPr>
            <a:lvl9pPr marL="4075175" indent="0">
              <a:buNone/>
              <a:defRPr sz="10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1D80F5A9-E6B8-4D75-B6F0-6363C62A9461}" type="datetime1">
              <a:rPr lang="es-ES" smtClean="0"/>
              <a:t>14/10/22</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1617748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2711771" y="5447348"/>
            <a:ext cx="8301038" cy="643090"/>
          </a:xfrm>
        </p:spPr>
        <p:txBody>
          <a:bodyPr anchor="b"/>
          <a:lstStyle>
            <a:lvl1pPr algn="l">
              <a:defRPr sz="2200" b="1"/>
            </a:lvl1pPr>
          </a:lstStyle>
          <a:p>
            <a:r>
              <a:rPr lang="es-ES_tradnl"/>
              <a:t>Clic para editar título</a:t>
            </a:r>
            <a:endParaRPr lang="es-ES"/>
          </a:p>
        </p:txBody>
      </p:sp>
      <p:sp>
        <p:nvSpPr>
          <p:cNvPr id="3" name="Marcador de posición de imagen 2"/>
          <p:cNvSpPr>
            <a:spLocks noGrp="1"/>
          </p:cNvSpPr>
          <p:nvPr>
            <p:ph type="pic" idx="1"/>
          </p:nvPr>
        </p:nvSpPr>
        <p:spPr>
          <a:xfrm>
            <a:off x="2711771" y="695332"/>
            <a:ext cx="8301038" cy="4669155"/>
          </a:xfrm>
        </p:spPr>
        <p:txBody>
          <a:bodyPr/>
          <a:lstStyle>
            <a:lvl1pPr marL="0" indent="0">
              <a:buNone/>
              <a:defRPr sz="3600"/>
            </a:lvl1pPr>
            <a:lvl2pPr marL="509396" indent="0">
              <a:buNone/>
              <a:defRPr sz="3100"/>
            </a:lvl2pPr>
            <a:lvl3pPr marL="1018793" indent="0">
              <a:buNone/>
              <a:defRPr sz="2700"/>
            </a:lvl3pPr>
            <a:lvl4pPr marL="1528191" indent="0">
              <a:buNone/>
              <a:defRPr sz="2200"/>
            </a:lvl4pPr>
            <a:lvl5pPr marL="2037587" indent="0">
              <a:buNone/>
              <a:defRPr sz="2200"/>
            </a:lvl5pPr>
            <a:lvl6pPr marL="2546984" indent="0">
              <a:buNone/>
              <a:defRPr sz="2200"/>
            </a:lvl6pPr>
            <a:lvl7pPr marL="3056381" indent="0">
              <a:buNone/>
              <a:defRPr sz="2200"/>
            </a:lvl7pPr>
            <a:lvl8pPr marL="3565779" indent="0">
              <a:buNone/>
              <a:defRPr sz="2200"/>
            </a:lvl8pPr>
            <a:lvl9pPr marL="4075175" indent="0">
              <a:buNone/>
              <a:defRPr sz="2200"/>
            </a:lvl9pPr>
          </a:lstStyle>
          <a:p>
            <a:endParaRPr lang="es-ES"/>
          </a:p>
        </p:txBody>
      </p:sp>
      <p:sp>
        <p:nvSpPr>
          <p:cNvPr id="4" name="Marcador de texto 3"/>
          <p:cNvSpPr>
            <a:spLocks noGrp="1"/>
          </p:cNvSpPr>
          <p:nvPr>
            <p:ph type="body" sz="half" idx="2"/>
          </p:nvPr>
        </p:nvSpPr>
        <p:spPr>
          <a:xfrm>
            <a:off x="2711771" y="6090441"/>
            <a:ext cx="8301038" cy="913295"/>
          </a:xfrm>
        </p:spPr>
        <p:txBody>
          <a:bodyPr/>
          <a:lstStyle>
            <a:lvl1pPr marL="0" indent="0">
              <a:buNone/>
              <a:defRPr sz="1600"/>
            </a:lvl1pPr>
            <a:lvl2pPr marL="509396" indent="0">
              <a:buNone/>
              <a:defRPr sz="1300"/>
            </a:lvl2pPr>
            <a:lvl3pPr marL="1018793" indent="0">
              <a:buNone/>
              <a:defRPr sz="1100"/>
            </a:lvl3pPr>
            <a:lvl4pPr marL="1528191" indent="0">
              <a:buNone/>
              <a:defRPr sz="1000"/>
            </a:lvl4pPr>
            <a:lvl5pPr marL="2037587" indent="0">
              <a:buNone/>
              <a:defRPr sz="1000"/>
            </a:lvl5pPr>
            <a:lvl6pPr marL="2546984" indent="0">
              <a:buNone/>
              <a:defRPr sz="1000"/>
            </a:lvl6pPr>
            <a:lvl7pPr marL="3056381" indent="0">
              <a:buNone/>
              <a:defRPr sz="1000"/>
            </a:lvl7pPr>
            <a:lvl8pPr marL="3565779" indent="0">
              <a:buNone/>
              <a:defRPr sz="1000"/>
            </a:lvl8pPr>
            <a:lvl9pPr marL="4075175" indent="0">
              <a:buNone/>
              <a:defRPr sz="10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70AE2EF4-72E9-446C-B6F6-A2528C8C469D}" type="datetime1">
              <a:rPr lang="es-ES" smtClean="0"/>
              <a:t>14/10/22</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3085181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B00A0D30-77A6-428E-A786-7D3A7FF1AFD9}" type="datetime1">
              <a:rPr lang="es-ES" smtClean="0"/>
              <a:t>14/10/22</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1228863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10030422" y="311642"/>
            <a:ext cx="3112889" cy="6639855"/>
          </a:xfrm>
        </p:spPr>
        <p:txBody>
          <a:bodyPr vert="eaVert"/>
          <a:lstStyle/>
          <a:p>
            <a:r>
              <a:rPr lang="es-ES_tradnl"/>
              <a:t>Clic para editar título</a:t>
            </a:r>
            <a:endParaRPr lang="es-ES"/>
          </a:p>
        </p:txBody>
      </p:sp>
      <p:sp>
        <p:nvSpPr>
          <p:cNvPr id="3" name="Marcador de texto vertical 2"/>
          <p:cNvSpPr>
            <a:spLocks noGrp="1"/>
          </p:cNvSpPr>
          <p:nvPr>
            <p:ph type="body" orient="vert" idx="1"/>
          </p:nvPr>
        </p:nvSpPr>
        <p:spPr>
          <a:xfrm>
            <a:off x="691755" y="311642"/>
            <a:ext cx="9108083" cy="6639855"/>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1189518D-84EB-452F-B513-69E23E37C6C5}" type="datetime1">
              <a:rPr lang="es-ES" smtClean="0"/>
              <a:t>14/10/22</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3822940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91755" y="311638"/>
            <a:ext cx="12451557" cy="1296988"/>
          </a:xfrm>
          <a:prstGeom prst="rect">
            <a:avLst/>
          </a:prstGeom>
        </p:spPr>
        <p:txBody>
          <a:bodyPr vert="horz" lIns="101882" tIns="50941" rIns="101882" bIns="50941" rtlCol="0" anchor="ctr">
            <a:normAutofit/>
          </a:bodyPr>
          <a:lstStyle/>
          <a:p>
            <a:r>
              <a:rPr lang="es-ES_tradnl"/>
              <a:t>Clic para editar título</a:t>
            </a:r>
            <a:endParaRPr lang="es-ES"/>
          </a:p>
        </p:txBody>
      </p:sp>
      <p:sp>
        <p:nvSpPr>
          <p:cNvPr id="3" name="Marcador de texto 2"/>
          <p:cNvSpPr>
            <a:spLocks noGrp="1"/>
          </p:cNvSpPr>
          <p:nvPr>
            <p:ph type="body" idx="1"/>
          </p:nvPr>
        </p:nvSpPr>
        <p:spPr>
          <a:xfrm>
            <a:off x="691755" y="1815786"/>
            <a:ext cx="12451557" cy="5135711"/>
          </a:xfrm>
          <a:prstGeom prst="rect">
            <a:avLst/>
          </a:prstGeom>
        </p:spPr>
        <p:txBody>
          <a:bodyPr vert="horz" lIns="101882" tIns="50941" rIns="101882" bIns="50941"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2"/>
          </p:nvPr>
        </p:nvSpPr>
        <p:spPr>
          <a:xfrm>
            <a:off x="691754" y="7212695"/>
            <a:ext cx="3228182" cy="414315"/>
          </a:xfrm>
          <a:prstGeom prst="rect">
            <a:avLst/>
          </a:prstGeom>
        </p:spPr>
        <p:txBody>
          <a:bodyPr vert="horz" lIns="101882" tIns="50941" rIns="101882" bIns="50941" rtlCol="0" anchor="ctr"/>
          <a:lstStyle>
            <a:lvl1pPr algn="l">
              <a:defRPr sz="1300">
                <a:solidFill>
                  <a:schemeClr val="tx1">
                    <a:tint val="75000"/>
                  </a:schemeClr>
                </a:solidFill>
              </a:defRPr>
            </a:lvl1pPr>
          </a:lstStyle>
          <a:p>
            <a:fld id="{25B3FFE4-C8E7-42C6-B2A3-B6F9AD8D08AE}" type="datetime1">
              <a:rPr lang="es-ES" smtClean="0"/>
              <a:t>14/10/22</a:t>
            </a:fld>
            <a:endParaRPr lang="es-ES"/>
          </a:p>
        </p:txBody>
      </p:sp>
      <p:sp>
        <p:nvSpPr>
          <p:cNvPr id="5" name="Marcador de pie de página 4"/>
          <p:cNvSpPr>
            <a:spLocks noGrp="1"/>
          </p:cNvSpPr>
          <p:nvPr>
            <p:ph type="ftr" sz="quarter" idx="3"/>
          </p:nvPr>
        </p:nvSpPr>
        <p:spPr>
          <a:xfrm>
            <a:off x="4726980" y="7212695"/>
            <a:ext cx="4381104" cy="414315"/>
          </a:xfrm>
          <a:prstGeom prst="rect">
            <a:avLst/>
          </a:prstGeom>
        </p:spPr>
        <p:txBody>
          <a:bodyPr vert="horz" lIns="101882" tIns="50941" rIns="101882" bIns="50941" rtlCol="0" anchor="ctr"/>
          <a:lstStyle>
            <a:lvl1pPr algn="ctr">
              <a:defRPr sz="13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9915129" y="7212695"/>
            <a:ext cx="3228182" cy="414315"/>
          </a:xfrm>
          <a:prstGeom prst="rect">
            <a:avLst/>
          </a:prstGeom>
        </p:spPr>
        <p:txBody>
          <a:bodyPr vert="horz" lIns="101882" tIns="50941" rIns="101882" bIns="50941" rtlCol="0" anchor="ctr"/>
          <a:lstStyle>
            <a:lvl1pPr algn="r">
              <a:defRPr sz="1300">
                <a:solidFill>
                  <a:schemeClr val="tx1">
                    <a:tint val="75000"/>
                  </a:schemeClr>
                </a:solidFill>
              </a:defRPr>
            </a:lvl1pPr>
          </a:lstStyle>
          <a:p>
            <a:fld id="{D96A54BD-AC63-BC40-87B5-8F267BC0565D}" type="slidenum">
              <a:rPr lang="es-ES" smtClean="0"/>
              <a:t>‹Nº›</a:t>
            </a:fld>
            <a:endParaRPr lang="es-ES"/>
          </a:p>
        </p:txBody>
      </p:sp>
    </p:spTree>
    <p:extLst>
      <p:ext uri="{BB962C8B-B14F-4D97-AF65-F5344CB8AC3E}">
        <p14:creationId xmlns:p14="http://schemas.microsoft.com/office/powerpoint/2010/main" val="10939454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509396" rtl="0" eaLnBrk="1" latinLnBrk="0" hangingPunct="1">
        <a:spcBef>
          <a:spcPct val="0"/>
        </a:spcBef>
        <a:buNone/>
        <a:defRPr sz="4900" kern="1200">
          <a:solidFill>
            <a:schemeClr val="tx1"/>
          </a:solidFill>
          <a:latin typeface="+mj-lt"/>
          <a:ea typeface="+mj-ea"/>
          <a:cs typeface="+mj-cs"/>
        </a:defRPr>
      </a:lvl1pPr>
    </p:titleStyle>
    <p:bodyStyle>
      <a:lvl1pPr marL="382048" indent="-382048" algn="l" defTabSz="509396" rtl="0" eaLnBrk="1" latinLnBrk="0" hangingPunct="1">
        <a:spcBef>
          <a:spcPct val="20000"/>
        </a:spcBef>
        <a:buFont typeface="Arial"/>
        <a:buChar char="•"/>
        <a:defRPr sz="3600" kern="1200">
          <a:solidFill>
            <a:schemeClr val="tx1"/>
          </a:solidFill>
          <a:latin typeface="+mn-lt"/>
          <a:ea typeface="+mn-ea"/>
          <a:cs typeface="+mn-cs"/>
        </a:defRPr>
      </a:lvl1pPr>
      <a:lvl2pPr marL="827770" indent="-318374" algn="l" defTabSz="509396" rtl="0" eaLnBrk="1" latinLnBrk="0" hangingPunct="1">
        <a:spcBef>
          <a:spcPct val="20000"/>
        </a:spcBef>
        <a:buFont typeface="Arial"/>
        <a:buChar char="–"/>
        <a:defRPr sz="3100" kern="1200">
          <a:solidFill>
            <a:schemeClr val="tx1"/>
          </a:solidFill>
          <a:latin typeface="+mn-lt"/>
          <a:ea typeface="+mn-ea"/>
          <a:cs typeface="+mn-cs"/>
        </a:defRPr>
      </a:lvl2pPr>
      <a:lvl3pPr marL="1273492" indent="-254698" algn="l" defTabSz="509396" rtl="0" eaLnBrk="1" latinLnBrk="0" hangingPunct="1">
        <a:spcBef>
          <a:spcPct val="20000"/>
        </a:spcBef>
        <a:buFont typeface="Arial"/>
        <a:buChar char="•"/>
        <a:defRPr sz="2700" kern="1200">
          <a:solidFill>
            <a:schemeClr val="tx1"/>
          </a:solidFill>
          <a:latin typeface="+mn-lt"/>
          <a:ea typeface="+mn-ea"/>
          <a:cs typeface="+mn-cs"/>
        </a:defRPr>
      </a:lvl3pPr>
      <a:lvl4pPr marL="1782889" indent="-254698" algn="l" defTabSz="509396" rtl="0" eaLnBrk="1" latinLnBrk="0" hangingPunct="1">
        <a:spcBef>
          <a:spcPct val="20000"/>
        </a:spcBef>
        <a:buFont typeface="Arial"/>
        <a:buChar char="–"/>
        <a:defRPr sz="2200" kern="1200">
          <a:solidFill>
            <a:schemeClr val="tx1"/>
          </a:solidFill>
          <a:latin typeface="+mn-lt"/>
          <a:ea typeface="+mn-ea"/>
          <a:cs typeface="+mn-cs"/>
        </a:defRPr>
      </a:lvl4pPr>
      <a:lvl5pPr marL="2292286" indent="-254698" algn="l" defTabSz="509396" rtl="0" eaLnBrk="1" latinLnBrk="0" hangingPunct="1">
        <a:spcBef>
          <a:spcPct val="20000"/>
        </a:spcBef>
        <a:buFont typeface="Arial"/>
        <a:buChar char="»"/>
        <a:defRPr sz="2200" kern="1200">
          <a:solidFill>
            <a:schemeClr val="tx1"/>
          </a:solidFill>
          <a:latin typeface="+mn-lt"/>
          <a:ea typeface="+mn-ea"/>
          <a:cs typeface="+mn-cs"/>
        </a:defRPr>
      </a:lvl5pPr>
      <a:lvl6pPr marL="2801683" indent="-254698" algn="l" defTabSz="509396" rtl="0" eaLnBrk="1" latinLnBrk="0" hangingPunct="1">
        <a:spcBef>
          <a:spcPct val="20000"/>
        </a:spcBef>
        <a:buFont typeface="Arial"/>
        <a:buChar char="•"/>
        <a:defRPr sz="2200" kern="1200">
          <a:solidFill>
            <a:schemeClr val="tx1"/>
          </a:solidFill>
          <a:latin typeface="+mn-lt"/>
          <a:ea typeface="+mn-ea"/>
          <a:cs typeface="+mn-cs"/>
        </a:defRPr>
      </a:lvl6pPr>
      <a:lvl7pPr marL="3311080" indent="-254698" algn="l" defTabSz="509396" rtl="0" eaLnBrk="1" latinLnBrk="0" hangingPunct="1">
        <a:spcBef>
          <a:spcPct val="20000"/>
        </a:spcBef>
        <a:buFont typeface="Arial"/>
        <a:buChar char="•"/>
        <a:defRPr sz="2200" kern="1200">
          <a:solidFill>
            <a:schemeClr val="tx1"/>
          </a:solidFill>
          <a:latin typeface="+mn-lt"/>
          <a:ea typeface="+mn-ea"/>
          <a:cs typeface="+mn-cs"/>
        </a:defRPr>
      </a:lvl7pPr>
      <a:lvl8pPr marL="3820477" indent="-254698" algn="l" defTabSz="509396" rtl="0" eaLnBrk="1" latinLnBrk="0" hangingPunct="1">
        <a:spcBef>
          <a:spcPct val="20000"/>
        </a:spcBef>
        <a:buFont typeface="Arial"/>
        <a:buChar char="•"/>
        <a:defRPr sz="2200" kern="1200">
          <a:solidFill>
            <a:schemeClr val="tx1"/>
          </a:solidFill>
          <a:latin typeface="+mn-lt"/>
          <a:ea typeface="+mn-ea"/>
          <a:cs typeface="+mn-cs"/>
        </a:defRPr>
      </a:lvl8pPr>
      <a:lvl9pPr marL="4329874" indent="-254698" algn="l" defTabSz="509396" rtl="0" eaLnBrk="1" latinLnBrk="0" hangingPunct="1">
        <a:spcBef>
          <a:spcPct val="20000"/>
        </a:spcBef>
        <a:buFont typeface="Arial"/>
        <a:buChar char="•"/>
        <a:defRPr sz="2200" kern="1200">
          <a:solidFill>
            <a:schemeClr val="tx1"/>
          </a:solidFill>
          <a:latin typeface="+mn-lt"/>
          <a:ea typeface="+mn-ea"/>
          <a:cs typeface="+mn-cs"/>
        </a:defRPr>
      </a:lvl9pPr>
    </p:bodyStyle>
    <p:otherStyle>
      <a:defPPr>
        <a:defRPr lang="es-ES"/>
      </a:defPPr>
      <a:lvl1pPr marL="0" algn="l" defTabSz="509396" rtl="0" eaLnBrk="1" latinLnBrk="0" hangingPunct="1">
        <a:defRPr sz="2000" kern="1200">
          <a:solidFill>
            <a:schemeClr val="tx1"/>
          </a:solidFill>
          <a:latin typeface="+mn-lt"/>
          <a:ea typeface="+mn-ea"/>
          <a:cs typeface="+mn-cs"/>
        </a:defRPr>
      </a:lvl1pPr>
      <a:lvl2pPr marL="509396" algn="l" defTabSz="509396" rtl="0" eaLnBrk="1" latinLnBrk="0" hangingPunct="1">
        <a:defRPr sz="2000" kern="1200">
          <a:solidFill>
            <a:schemeClr val="tx1"/>
          </a:solidFill>
          <a:latin typeface="+mn-lt"/>
          <a:ea typeface="+mn-ea"/>
          <a:cs typeface="+mn-cs"/>
        </a:defRPr>
      </a:lvl2pPr>
      <a:lvl3pPr marL="1018793" algn="l" defTabSz="509396" rtl="0" eaLnBrk="1" latinLnBrk="0" hangingPunct="1">
        <a:defRPr sz="2000" kern="1200">
          <a:solidFill>
            <a:schemeClr val="tx1"/>
          </a:solidFill>
          <a:latin typeface="+mn-lt"/>
          <a:ea typeface="+mn-ea"/>
          <a:cs typeface="+mn-cs"/>
        </a:defRPr>
      </a:lvl3pPr>
      <a:lvl4pPr marL="1528191" algn="l" defTabSz="509396" rtl="0" eaLnBrk="1" latinLnBrk="0" hangingPunct="1">
        <a:defRPr sz="2000" kern="1200">
          <a:solidFill>
            <a:schemeClr val="tx1"/>
          </a:solidFill>
          <a:latin typeface="+mn-lt"/>
          <a:ea typeface="+mn-ea"/>
          <a:cs typeface="+mn-cs"/>
        </a:defRPr>
      </a:lvl4pPr>
      <a:lvl5pPr marL="2037587" algn="l" defTabSz="509396" rtl="0" eaLnBrk="1" latinLnBrk="0" hangingPunct="1">
        <a:defRPr sz="2000" kern="1200">
          <a:solidFill>
            <a:schemeClr val="tx1"/>
          </a:solidFill>
          <a:latin typeface="+mn-lt"/>
          <a:ea typeface="+mn-ea"/>
          <a:cs typeface="+mn-cs"/>
        </a:defRPr>
      </a:lvl5pPr>
      <a:lvl6pPr marL="2546984" algn="l" defTabSz="509396" rtl="0" eaLnBrk="1" latinLnBrk="0" hangingPunct="1">
        <a:defRPr sz="2000" kern="1200">
          <a:solidFill>
            <a:schemeClr val="tx1"/>
          </a:solidFill>
          <a:latin typeface="+mn-lt"/>
          <a:ea typeface="+mn-ea"/>
          <a:cs typeface="+mn-cs"/>
        </a:defRPr>
      </a:lvl6pPr>
      <a:lvl7pPr marL="3056381" algn="l" defTabSz="509396" rtl="0" eaLnBrk="1" latinLnBrk="0" hangingPunct="1">
        <a:defRPr sz="2000" kern="1200">
          <a:solidFill>
            <a:schemeClr val="tx1"/>
          </a:solidFill>
          <a:latin typeface="+mn-lt"/>
          <a:ea typeface="+mn-ea"/>
          <a:cs typeface="+mn-cs"/>
        </a:defRPr>
      </a:lvl7pPr>
      <a:lvl8pPr marL="3565779" algn="l" defTabSz="509396" rtl="0" eaLnBrk="1" latinLnBrk="0" hangingPunct="1">
        <a:defRPr sz="2000" kern="1200">
          <a:solidFill>
            <a:schemeClr val="tx1"/>
          </a:solidFill>
          <a:latin typeface="+mn-lt"/>
          <a:ea typeface="+mn-ea"/>
          <a:cs typeface="+mn-cs"/>
        </a:defRPr>
      </a:lvl8pPr>
      <a:lvl9pPr marL="4075175" algn="l" defTabSz="509396"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fontScale="90000"/>
          </a:bodyPr>
          <a:lstStyle/>
          <a:p>
            <a:r>
              <a:rPr lang="es-ES" sz="5400" dirty="0">
                <a:solidFill>
                  <a:schemeClr val="tx1">
                    <a:lumMod val="75000"/>
                    <a:lumOff val="25000"/>
                  </a:schemeClr>
                </a:solidFill>
              </a:rPr>
              <a:t>Base de Datos</a:t>
            </a:r>
            <a:br>
              <a:rPr lang="es-ES" sz="5400" dirty="0">
                <a:solidFill>
                  <a:schemeClr val="tx1">
                    <a:lumMod val="75000"/>
                    <a:lumOff val="25000"/>
                  </a:schemeClr>
                </a:solidFill>
              </a:rPr>
            </a:br>
            <a:r>
              <a:rPr lang="es-ES" sz="5400" dirty="0">
                <a:solidFill>
                  <a:schemeClr val="tx1">
                    <a:lumMod val="75000"/>
                    <a:lumOff val="25000"/>
                  </a:schemeClr>
                </a:solidFill>
              </a:rPr>
              <a:t>Ingeniería Civil Informática.</a:t>
            </a:r>
            <a:endParaRPr lang="es-CL" dirty="0"/>
          </a:p>
        </p:txBody>
      </p:sp>
      <p:sp>
        <p:nvSpPr>
          <p:cNvPr id="3" name="Subtítulo 2"/>
          <p:cNvSpPr>
            <a:spLocks noGrp="1"/>
          </p:cNvSpPr>
          <p:nvPr>
            <p:ph type="subTitle" idx="1"/>
          </p:nvPr>
        </p:nvSpPr>
        <p:spPr/>
        <p:txBody>
          <a:bodyPr/>
          <a:lstStyle/>
          <a:p>
            <a:r>
              <a:rPr lang="es-CL" dirty="0"/>
              <a:t>Carlos Andrés Castro Bustamante</a:t>
            </a:r>
          </a:p>
          <a:p>
            <a:r>
              <a:rPr lang="es-CL" dirty="0"/>
              <a:t>ccastrob@ucm.cl</a:t>
            </a:r>
          </a:p>
          <a:p>
            <a:endParaRPr lang="es-CL" dirty="0"/>
          </a:p>
          <a:p>
            <a:endParaRPr lang="es-CL" dirty="0"/>
          </a:p>
        </p:txBody>
      </p:sp>
      <p:sp>
        <p:nvSpPr>
          <p:cNvPr id="4" name="Marcador de número de diapositiva 3"/>
          <p:cNvSpPr>
            <a:spLocks noGrp="1"/>
          </p:cNvSpPr>
          <p:nvPr>
            <p:ph type="sldNum" sz="quarter" idx="12"/>
          </p:nvPr>
        </p:nvSpPr>
        <p:spPr/>
        <p:txBody>
          <a:bodyPr/>
          <a:lstStyle/>
          <a:p>
            <a:fld id="{9147EDA9-C55A-8145-A85C-80E4429229CF}" type="slidenum">
              <a:rPr lang="es-ES" smtClean="0"/>
              <a:t>1</a:t>
            </a:fld>
            <a:endParaRPr lang="es-ES"/>
          </a:p>
        </p:txBody>
      </p:sp>
    </p:spTree>
    <p:extLst>
      <p:ext uri="{BB962C8B-B14F-4D97-AF65-F5344CB8AC3E}">
        <p14:creationId xmlns:p14="http://schemas.microsoft.com/office/powerpoint/2010/main" val="1505329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8335B9-220B-8840-9369-9CAE5A6252AE}"/>
              </a:ext>
            </a:extLst>
          </p:cNvPr>
          <p:cNvSpPr>
            <a:spLocks noGrp="1"/>
          </p:cNvSpPr>
          <p:nvPr>
            <p:ph type="title"/>
          </p:nvPr>
        </p:nvSpPr>
        <p:spPr/>
        <p:txBody>
          <a:bodyPr/>
          <a:lstStyle/>
          <a:p>
            <a:r>
              <a:rPr lang="es-CL" dirty="0"/>
              <a:t>Resultado de Aprendizaje</a:t>
            </a:r>
          </a:p>
        </p:txBody>
      </p:sp>
      <p:sp>
        <p:nvSpPr>
          <p:cNvPr id="3" name="Marcador de contenido 2">
            <a:extLst>
              <a:ext uri="{FF2B5EF4-FFF2-40B4-BE49-F238E27FC236}">
                <a16:creationId xmlns:a16="http://schemas.microsoft.com/office/drawing/2014/main" id="{A88809FD-94C1-0B43-A20E-A21D968E5C5E}"/>
              </a:ext>
            </a:extLst>
          </p:cNvPr>
          <p:cNvSpPr>
            <a:spLocks noGrp="1"/>
          </p:cNvSpPr>
          <p:nvPr>
            <p:ph idx="1"/>
          </p:nvPr>
        </p:nvSpPr>
        <p:spPr>
          <a:xfrm>
            <a:off x="691755" y="1815786"/>
            <a:ext cx="12451557" cy="5135711"/>
          </a:xfrm>
        </p:spPr>
        <p:txBody>
          <a:bodyPr/>
          <a:lstStyle/>
          <a:p>
            <a:r>
              <a:rPr lang="es-CL" dirty="0"/>
              <a:t>Aplicar los conocimientos básicos de administración de bases de datos (user, commit, rollback, definición de tablas de sistemas, bases de datos distribuidas). </a:t>
            </a:r>
          </a:p>
          <a:p>
            <a:endParaRPr lang="es-CL" dirty="0"/>
          </a:p>
        </p:txBody>
      </p:sp>
      <p:sp>
        <p:nvSpPr>
          <p:cNvPr id="4" name="Marcador de número de diapositiva 3">
            <a:extLst>
              <a:ext uri="{FF2B5EF4-FFF2-40B4-BE49-F238E27FC236}">
                <a16:creationId xmlns:a16="http://schemas.microsoft.com/office/drawing/2014/main" id="{88E4C5DC-1D47-4645-B382-87971E1F941F}"/>
              </a:ext>
            </a:extLst>
          </p:cNvPr>
          <p:cNvSpPr>
            <a:spLocks noGrp="1"/>
          </p:cNvSpPr>
          <p:nvPr>
            <p:ph type="sldNum" sz="quarter" idx="12"/>
          </p:nvPr>
        </p:nvSpPr>
        <p:spPr/>
        <p:txBody>
          <a:bodyPr/>
          <a:lstStyle/>
          <a:p>
            <a:fld id="{9147EDA9-C55A-8145-A85C-80E4429229CF}" type="slidenum">
              <a:rPr lang="es-ES" smtClean="0"/>
              <a:t>2</a:t>
            </a:fld>
            <a:endParaRPr lang="es-ES"/>
          </a:p>
        </p:txBody>
      </p:sp>
      <p:pic>
        <p:nvPicPr>
          <p:cNvPr id="5" name="Imagen 4">
            <a:extLst>
              <a:ext uri="{FF2B5EF4-FFF2-40B4-BE49-F238E27FC236}">
                <a16:creationId xmlns:a16="http://schemas.microsoft.com/office/drawing/2014/main" id="{BE2B9DF2-C00F-BD49-8E09-CCFD0387580A}"/>
              </a:ext>
            </a:extLst>
          </p:cNvPr>
          <p:cNvPicPr>
            <a:picLocks noChangeAspect="1"/>
          </p:cNvPicPr>
          <p:nvPr/>
        </p:nvPicPr>
        <p:blipFill>
          <a:blip r:embed="rId2"/>
          <a:stretch>
            <a:fillRect/>
          </a:stretch>
        </p:blipFill>
        <p:spPr>
          <a:xfrm>
            <a:off x="8698948" y="3679821"/>
            <a:ext cx="3271676" cy="3271676"/>
          </a:xfrm>
          <a:prstGeom prst="rect">
            <a:avLst/>
          </a:prstGeom>
        </p:spPr>
      </p:pic>
    </p:spTree>
    <p:extLst>
      <p:ext uri="{BB962C8B-B14F-4D97-AF65-F5344CB8AC3E}">
        <p14:creationId xmlns:p14="http://schemas.microsoft.com/office/powerpoint/2010/main" val="2204484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Funciones SQL</a:t>
            </a:r>
            <a:endParaRPr lang="es-CL" dirty="0"/>
          </a:p>
        </p:txBody>
      </p:sp>
      <p:sp>
        <p:nvSpPr>
          <p:cNvPr id="3" name="Marcador de contenido 2"/>
          <p:cNvSpPr>
            <a:spLocks noGrp="1"/>
          </p:cNvSpPr>
          <p:nvPr>
            <p:ph idx="1"/>
          </p:nvPr>
        </p:nvSpPr>
        <p:spPr/>
        <p:txBody>
          <a:bodyPr>
            <a:normAutofit fontScale="77500" lnSpcReduction="20000"/>
          </a:bodyPr>
          <a:lstStyle/>
          <a:p>
            <a:pPr>
              <a:lnSpc>
                <a:spcPct val="120000"/>
              </a:lnSpc>
            </a:pPr>
            <a:r>
              <a:rPr lang="es-ES" dirty="0"/>
              <a:t>Las funciones SQL están integradas en Oracle </a:t>
            </a:r>
            <a:r>
              <a:rPr lang="es-ES" dirty="0" err="1"/>
              <a:t>Database</a:t>
            </a:r>
            <a:r>
              <a:rPr lang="es-ES" dirty="0"/>
              <a:t> y están disponibles para su uso en varias instrucciones SQL apropiadas. </a:t>
            </a:r>
          </a:p>
          <a:p>
            <a:pPr>
              <a:lnSpc>
                <a:spcPct val="120000"/>
              </a:lnSpc>
            </a:pPr>
            <a:r>
              <a:rPr lang="es-ES" dirty="0"/>
              <a:t>No confunda las funciones de SQL con las funciones definidas por el usuario escritas en PL / SQL.</a:t>
            </a:r>
          </a:p>
          <a:p>
            <a:pPr>
              <a:lnSpc>
                <a:spcPct val="120000"/>
              </a:lnSpc>
            </a:pPr>
            <a:r>
              <a:rPr lang="es-ES" dirty="0"/>
              <a:t>Si llama a una función SQL con un argumento de un tipo de datos distinto del tipo de datos esperado por la función SQL, Oracle intenta convertir el argumento al tipo de datos esperado antes de realizar la función SQL. </a:t>
            </a:r>
          </a:p>
          <a:p>
            <a:pPr>
              <a:lnSpc>
                <a:spcPct val="120000"/>
              </a:lnSpc>
            </a:pPr>
            <a:r>
              <a:rPr lang="es-ES" dirty="0"/>
              <a:t>Si llama a una función SQL con un argumento nulo, la función SQL devuelve nulo automáticamente. Las únicas funciones de SQL que no siguen necesariamente este comportamiento son CONCAT, NVL, REPLACE y REGEXP_REPLACE.</a:t>
            </a:r>
            <a:endParaRPr lang="es-CL" dirty="0"/>
          </a:p>
        </p:txBody>
      </p:sp>
    </p:spTree>
    <p:extLst>
      <p:ext uri="{BB962C8B-B14F-4D97-AF65-F5344CB8AC3E}">
        <p14:creationId xmlns:p14="http://schemas.microsoft.com/office/powerpoint/2010/main" val="3833646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Funciones PL/SQL</a:t>
            </a:r>
            <a:endParaRPr lang="es-CL" dirty="0"/>
          </a:p>
        </p:txBody>
      </p:sp>
      <p:sp>
        <p:nvSpPr>
          <p:cNvPr id="3" name="Marcador de contenido 2"/>
          <p:cNvSpPr>
            <a:spLocks noGrp="1"/>
          </p:cNvSpPr>
          <p:nvPr>
            <p:ph idx="1"/>
          </p:nvPr>
        </p:nvSpPr>
        <p:spPr/>
        <p:txBody>
          <a:bodyPr>
            <a:normAutofit/>
          </a:bodyPr>
          <a:lstStyle/>
          <a:p>
            <a:pPr>
              <a:lnSpc>
                <a:spcPct val="120000"/>
              </a:lnSpc>
            </a:pPr>
            <a:r>
              <a:rPr lang="es-ES" b="1" dirty="0"/>
              <a:t>Definición de Función</a:t>
            </a:r>
          </a:p>
          <a:p>
            <a:pPr lvl="1">
              <a:lnSpc>
                <a:spcPct val="120000"/>
              </a:lnSpc>
            </a:pPr>
            <a:r>
              <a:rPr lang="es-ES" dirty="0"/>
              <a:t>Una función es un bloque nombrado PL/SQL que devuelve un valor.</a:t>
            </a:r>
          </a:p>
          <a:p>
            <a:pPr lvl="1">
              <a:lnSpc>
                <a:spcPct val="120000"/>
              </a:lnSpc>
            </a:pPr>
            <a:r>
              <a:rPr lang="es-ES" dirty="0"/>
              <a:t>Una función puede estar almacenada en la base de datos, como objeto de la misma, para repetidas ejecuciones.</a:t>
            </a:r>
          </a:p>
          <a:p>
            <a:pPr lvl="1">
              <a:lnSpc>
                <a:spcPct val="120000"/>
              </a:lnSpc>
            </a:pPr>
            <a:r>
              <a:rPr lang="es-ES" dirty="0"/>
              <a:t>Una función puede ser llamada como parte de una expresión.</a:t>
            </a:r>
            <a:endParaRPr lang="es-CL" dirty="0"/>
          </a:p>
        </p:txBody>
      </p:sp>
    </p:spTree>
    <p:extLst>
      <p:ext uri="{BB962C8B-B14F-4D97-AF65-F5344CB8AC3E}">
        <p14:creationId xmlns:p14="http://schemas.microsoft.com/office/powerpoint/2010/main" val="2586834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Funciones PL/SQL</a:t>
            </a:r>
            <a:endParaRPr lang="es-CL" dirty="0"/>
          </a:p>
        </p:txBody>
      </p:sp>
      <p:sp>
        <p:nvSpPr>
          <p:cNvPr id="3" name="Marcador de contenido 2"/>
          <p:cNvSpPr>
            <a:spLocks noGrp="1"/>
          </p:cNvSpPr>
          <p:nvPr>
            <p:ph idx="1"/>
          </p:nvPr>
        </p:nvSpPr>
        <p:spPr/>
        <p:txBody>
          <a:bodyPr>
            <a:normAutofit/>
          </a:bodyPr>
          <a:lstStyle/>
          <a:p>
            <a:pPr>
              <a:lnSpc>
                <a:spcPct val="120000"/>
              </a:lnSpc>
            </a:pPr>
            <a:r>
              <a:rPr lang="es-ES" b="1" dirty="0"/>
              <a:t>Estructura</a:t>
            </a:r>
          </a:p>
        </p:txBody>
      </p:sp>
      <p:pic>
        <p:nvPicPr>
          <p:cNvPr id="4" name="Imagen 3"/>
          <p:cNvPicPr>
            <a:picLocks noChangeAspect="1"/>
          </p:cNvPicPr>
          <p:nvPr/>
        </p:nvPicPr>
        <p:blipFill>
          <a:blip r:embed="rId2"/>
          <a:stretch>
            <a:fillRect/>
          </a:stretch>
        </p:blipFill>
        <p:spPr>
          <a:xfrm>
            <a:off x="3062568" y="3071229"/>
            <a:ext cx="7709926" cy="3525984"/>
          </a:xfrm>
          <a:prstGeom prst="rect">
            <a:avLst/>
          </a:prstGeom>
        </p:spPr>
      </p:pic>
    </p:spTree>
    <p:extLst>
      <p:ext uri="{BB962C8B-B14F-4D97-AF65-F5344CB8AC3E}">
        <p14:creationId xmlns:p14="http://schemas.microsoft.com/office/powerpoint/2010/main" val="4101337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Funciones PL/SQL</a:t>
            </a:r>
            <a:endParaRPr lang="es-CL" dirty="0"/>
          </a:p>
        </p:txBody>
      </p:sp>
      <p:sp>
        <p:nvSpPr>
          <p:cNvPr id="3" name="Marcador de contenido 2"/>
          <p:cNvSpPr>
            <a:spLocks noGrp="1"/>
          </p:cNvSpPr>
          <p:nvPr>
            <p:ph idx="1"/>
          </p:nvPr>
        </p:nvSpPr>
        <p:spPr/>
        <p:txBody>
          <a:bodyPr>
            <a:normAutofit/>
          </a:bodyPr>
          <a:lstStyle/>
          <a:p>
            <a:pPr>
              <a:lnSpc>
                <a:spcPct val="120000"/>
              </a:lnSpc>
            </a:pPr>
            <a:r>
              <a:rPr lang="es-ES" b="1" dirty="0"/>
              <a:t>Ejemplo</a:t>
            </a:r>
          </a:p>
          <a:p>
            <a:pPr lvl="1" algn="just">
              <a:lnSpc>
                <a:spcPct val="120000"/>
              </a:lnSpc>
            </a:pPr>
            <a:r>
              <a:rPr lang="es-ES" dirty="0"/>
              <a:t>Escribir una función que se encargue de obtener el sueldo de una persona de acuerdo a su id de empleado.</a:t>
            </a:r>
          </a:p>
        </p:txBody>
      </p:sp>
      <p:pic>
        <p:nvPicPr>
          <p:cNvPr id="5" name="Imagen 4"/>
          <p:cNvPicPr>
            <a:picLocks noChangeAspect="1"/>
          </p:cNvPicPr>
          <p:nvPr/>
        </p:nvPicPr>
        <p:blipFill>
          <a:blip r:embed="rId2"/>
          <a:stretch>
            <a:fillRect/>
          </a:stretch>
        </p:blipFill>
        <p:spPr>
          <a:xfrm>
            <a:off x="3670547" y="3708419"/>
            <a:ext cx="6239977" cy="3732589"/>
          </a:xfrm>
          <a:prstGeom prst="rect">
            <a:avLst/>
          </a:prstGeom>
        </p:spPr>
      </p:pic>
    </p:spTree>
    <p:extLst>
      <p:ext uri="{BB962C8B-B14F-4D97-AF65-F5344CB8AC3E}">
        <p14:creationId xmlns:p14="http://schemas.microsoft.com/office/powerpoint/2010/main" val="1101876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Funciones PL/SQL</a:t>
            </a:r>
            <a:endParaRPr lang="es-CL" dirty="0"/>
          </a:p>
        </p:txBody>
      </p:sp>
      <p:sp>
        <p:nvSpPr>
          <p:cNvPr id="3" name="Marcador de contenido 2"/>
          <p:cNvSpPr>
            <a:spLocks noGrp="1"/>
          </p:cNvSpPr>
          <p:nvPr>
            <p:ph idx="1"/>
          </p:nvPr>
        </p:nvSpPr>
        <p:spPr/>
        <p:txBody>
          <a:bodyPr>
            <a:normAutofit/>
          </a:bodyPr>
          <a:lstStyle/>
          <a:p>
            <a:pPr>
              <a:lnSpc>
                <a:spcPct val="120000"/>
              </a:lnSpc>
            </a:pPr>
            <a:r>
              <a:rPr lang="es-ES" b="1" dirty="0"/>
              <a:t>Desde donde llamarlas</a:t>
            </a:r>
          </a:p>
          <a:p>
            <a:pPr lvl="1">
              <a:lnSpc>
                <a:spcPct val="120000"/>
              </a:lnSpc>
            </a:pPr>
            <a:r>
              <a:rPr lang="es-ES" dirty="0"/>
              <a:t>Como columna de un SELECT.</a:t>
            </a:r>
          </a:p>
          <a:p>
            <a:pPr lvl="1">
              <a:lnSpc>
                <a:spcPct val="120000"/>
              </a:lnSpc>
            </a:pPr>
            <a:r>
              <a:rPr lang="es-ES" dirty="0"/>
              <a:t>Condiciones en cláusulas WHERE y HAVING.</a:t>
            </a:r>
          </a:p>
          <a:p>
            <a:pPr lvl="1">
              <a:lnSpc>
                <a:spcPct val="120000"/>
              </a:lnSpc>
            </a:pPr>
            <a:r>
              <a:rPr lang="es-ES" dirty="0"/>
              <a:t>Cláusulas ORDER BY y GROUP BY.</a:t>
            </a:r>
          </a:p>
          <a:p>
            <a:pPr lvl="1">
              <a:lnSpc>
                <a:spcPct val="120000"/>
              </a:lnSpc>
            </a:pPr>
            <a:r>
              <a:rPr lang="es-ES" dirty="0"/>
              <a:t>Cláusula VALUES de un comando INSERT.</a:t>
            </a:r>
          </a:p>
          <a:p>
            <a:pPr lvl="1">
              <a:lnSpc>
                <a:spcPct val="120000"/>
              </a:lnSpc>
            </a:pPr>
            <a:r>
              <a:rPr lang="es-ES" dirty="0"/>
              <a:t>Cláusula SET de un comando UPDATE.</a:t>
            </a:r>
          </a:p>
        </p:txBody>
      </p:sp>
    </p:spTree>
    <p:extLst>
      <p:ext uri="{BB962C8B-B14F-4D97-AF65-F5344CB8AC3E}">
        <p14:creationId xmlns:p14="http://schemas.microsoft.com/office/powerpoint/2010/main" val="658062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Funciones PL/SQL</a:t>
            </a:r>
            <a:endParaRPr lang="es-CL" dirty="0"/>
          </a:p>
        </p:txBody>
      </p:sp>
      <p:sp>
        <p:nvSpPr>
          <p:cNvPr id="3" name="Marcador de contenido 2"/>
          <p:cNvSpPr>
            <a:spLocks noGrp="1"/>
          </p:cNvSpPr>
          <p:nvPr>
            <p:ph idx="1"/>
          </p:nvPr>
        </p:nvSpPr>
        <p:spPr/>
        <p:txBody>
          <a:bodyPr>
            <a:normAutofit/>
          </a:bodyPr>
          <a:lstStyle/>
          <a:p>
            <a:pPr>
              <a:lnSpc>
                <a:spcPct val="120000"/>
              </a:lnSpc>
            </a:pPr>
            <a:r>
              <a:rPr lang="es-ES" b="1" dirty="0"/>
              <a:t>Restricciones</a:t>
            </a:r>
          </a:p>
          <a:p>
            <a:pPr lvl="1">
              <a:lnSpc>
                <a:spcPct val="120000"/>
              </a:lnSpc>
            </a:pPr>
            <a:r>
              <a:rPr lang="es-ES" dirty="0"/>
              <a:t>No se permiten comandos INSERT, UPDATE o DELETE.</a:t>
            </a:r>
          </a:p>
          <a:p>
            <a:pPr lvl="1">
              <a:lnSpc>
                <a:spcPct val="120000"/>
              </a:lnSpc>
            </a:pPr>
            <a:r>
              <a:rPr lang="es-ES" dirty="0"/>
              <a:t>La función no puede llamar a otro subprograma que rompa una de las restricciones arriba indicadas.</a:t>
            </a:r>
          </a:p>
        </p:txBody>
      </p:sp>
    </p:spTree>
    <p:extLst>
      <p:ext uri="{BB962C8B-B14F-4D97-AF65-F5344CB8AC3E}">
        <p14:creationId xmlns:p14="http://schemas.microsoft.com/office/powerpoint/2010/main" val="3021308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Funciones PL/SQL</a:t>
            </a:r>
            <a:endParaRPr lang="es-CL" dirty="0"/>
          </a:p>
        </p:txBody>
      </p:sp>
      <p:sp>
        <p:nvSpPr>
          <p:cNvPr id="3" name="Marcador de contenido 2"/>
          <p:cNvSpPr>
            <a:spLocks noGrp="1"/>
          </p:cNvSpPr>
          <p:nvPr>
            <p:ph idx="1"/>
          </p:nvPr>
        </p:nvSpPr>
        <p:spPr/>
        <p:txBody>
          <a:bodyPr>
            <a:normAutofit/>
          </a:bodyPr>
          <a:lstStyle/>
          <a:p>
            <a:pPr>
              <a:lnSpc>
                <a:spcPct val="120000"/>
              </a:lnSpc>
            </a:pPr>
            <a:r>
              <a:rPr lang="es-ES" b="1" dirty="0"/>
              <a:t>Borrado</a:t>
            </a:r>
          </a:p>
          <a:p>
            <a:pPr lvl="1">
              <a:lnSpc>
                <a:spcPct val="120000"/>
              </a:lnSpc>
            </a:pPr>
            <a:r>
              <a:rPr lang="es-ES" dirty="0"/>
              <a:t>Para quitar una función de la parte del servidor, utilizando SQL*Plus, ejecutar el comando DROP FUNCTION.</a:t>
            </a:r>
          </a:p>
          <a:p>
            <a:pPr lvl="1">
              <a:lnSpc>
                <a:spcPct val="120000"/>
              </a:lnSpc>
            </a:pPr>
            <a:r>
              <a:rPr lang="es-ES" dirty="0"/>
              <a:t>Sintaxis:</a:t>
            </a:r>
          </a:p>
        </p:txBody>
      </p:sp>
      <p:pic>
        <p:nvPicPr>
          <p:cNvPr id="4" name="Imagen 3"/>
          <p:cNvPicPr>
            <a:picLocks noChangeAspect="1"/>
          </p:cNvPicPr>
          <p:nvPr/>
        </p:nvPicPr>
        <p:blipFill>
          <a:blip r:embed="rId2"/>
          <a:stretch>
            <a:fillRect/>
          </a:stretch>
        </p:blipFill>
        <p:spPr>
          <a:xfrm>
            <a:off x="3944818" y="4540357"/>
            <a:ext cx="4723196" cy="702535"/>
          </a:xfrm>
          <a:prstGeom prst="rect">
            <a:avLst/>
          </a:prstGeom>
        </p:spPr>
      </p:pic>
    </p:spTree>
    <p:extLst>
      <p:ext uri="{BB962C8B-B14F-4D97-AF65-F5344CB8AC3E}">
        <p14:creationId xmlns:p14="http://schemas.microsoft.com/office/powerpoint/2010/main" val="3318898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L" dirty="0"/>
              <a:t>Preguntas</a:t>
            </a:r>
          </a:p>
        </p:txBody>
      </p:sp>
      <p:pic>
        <p:nvPicPr>
          <p:cNvPr id="4098" name="Picture 2" descr="http://1.bp.blogspot.com/-UcYAOb-TVhE/UPW3rKZPhnI/AAAAAAAAAGI/bLygTk07kAY/s1600/face_question_mark.jpg"/>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349677" y="1815784"/>
            <a:ext cx="5135711" cy="5135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95844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10285</TotalTime>
  <Words>354</Words>
  <Application>Microsoft Macintosh PowerPoint</Application>
  <PresentationFormat>Personalizado</PresentationFormat>
  <Paragraphs>38</Paragraphs>
  <Slides>10</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10</vt:i4>
      </vt:variant>
    </vt:vector>
  </HeadingPairs>
  <TitlesOfParts>
    <vt:vector size="13" baseType="lpstr">
      <vt:lpstr>Arial</vt:lpstr>
      <vt:lpstr>Calibri</vt:lpstr>
      <vt:lpstr>Tema de Office</vt:lpstr>
      <vt:lpstr>Base de Datos Ingeniería Civil Informática.</vt:lpstr>
      <vt:lpstr>Resultado de Aprendizaje</vt:lpstr>
      <vt:lpstr>Funciones SQL</vt:lpstr>
      <vt:lpstr>Funciones PL/SQL</vt:lpstr>
      <vt:lpstr>Funciones PL/SQL</vt:lpstr>
      <vt:lpstr>Funciones PL/SQL</vt:lpstr>
      <vt:lpstr>Funciones PL/SQL</vt:lpstr>
      <vt:lpstr>Funciones PL/SQL</vt:lpstr>
      <vt:lpstr>Funciones PL/SQL</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Laboratorio: Programación aplicada a la resolución de problemas de Ingeniería</dc:title>
  <dc:creator>Eric</dc:creator>
  <cp:lastModifiedBy>Microsoft Office User</cp:lastModifiedBy>
  <cp:revision>290</cp:revision>
  <dcterms:created xsi:type="dcterms:W3CDTF">2020-04-15T04:11:33Z</dcterms:created>
  <dcterms:modified xsi:type="dcterms:W3CDTF">2022-10-14T17:53:15Z</dcterms:modified>
</cp:coreProperties>
</file>