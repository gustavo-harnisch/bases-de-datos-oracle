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513" r:id="rId2"/>
    <p:sldId id="536" r:id="rId3"/>
    <p:sldId id="570" r:id="rId4"/>
    <p:sldId id="571" r:id="rId5"/>
    <p:sldId id="572" r:id="rId6"/>
    <p:sldId id="573" r:id="rId7"/>
    <p:sldId id="574" r:id="rId8"/>
    <p:sldId id="575" r:id="rId9"/>
    <p:sldId id="576" r:id="rId10"/>
    <p:sldId id="577" r:id="rId11"/>
    <p:sldId id="578" r:id="rId12"/>
    <p:sldId id="579" r:id="rId13"/>
    <p:sldId id="580" r:id="rId14"/>
    <p:sldId id="535" r:id="rId15"/>
  </p:sldIdLst>
  <p:sldSz cx="13835063" cy="7781925"/>
  <p:notesSz cx="6858000" cy="9144000"/>
  <p:defaultTextStyle>
    <a:defPPr>
      <a:defRPr lang="es-ES"/>
    </a:defPPr>
    <a:lvl1pPr marL="0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1" userDrawn="1">
          <p15:clr>
            <a:srgbClr val="A4A3A4"/>
          </p15:clr>
        </p15:guide>
        <p15:guide id="2" pos="43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8D"/>
    <a:srgbClr val="3A4A6A"/>
    <a:srgbClr val="385D8B"/>
    <a:srgbClr val="ACE946"/>
    <a:srgbClr val="6633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59" autoAdjust="0"/>
    <p:restoredTop sz="93091" autoAdjust="0"/>
  </p:normalViewPr>
  <p:slideViewPr>
    <p:cSldViewPr snapToGrid="0" snapToObjects="1">
      <p:cViewPr varScale="1">
        <p:scale>
          <a:sx n="82" d="100"/>
          <a:sy n="82" d="100"/>
        </p:scale>
        <p:origin x="760" y="168"/>
      </p:cViewPr>
      <p:guideLst>
        <p:guide orient="horz" pos="2451"/>
        <p:guide pos="435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FHER ANDRES ROJAS ROJAS" userId="ff4a2ee5-b92d-4cf2-97fa-1b800dd1f1dd" providerId="ADAL" clId="{41A92D29-8BD5-40EA-B071-4A942BDDCEE0}"/>
    <pc:docChg chg="undo custSel addSld delSld modSld">
      <pc:chgData name="CRISTOFHER ANDRES ROJAS ROJAS" userId="ff4a2ee5-b92d-4cf2-97fa-1b800dd1f1dd" providerId="ADAL" clId="{41A92D29-8BD5-40EA-B071-4A942BDDCEE0}" dt="2020-04-22T09:38:19.948" v="1273" actId="47"/>
      <pc:docMkLst>
        <pc:docMk/>
      </pc:docMkLst>
      <pc:sldChg chg="modSp">
        <pc:chgData name="CRISTOFHER ANDRES ROJAS ROJAS" userId="ff4a2ee5-b92d-4cf2-97fa-1b800dd1f1dd" providerId="ADAL" clId="{41A92D29-8BD5-40EA-B071-4A942BDDCEE0}" dt="2020-04-22T08:53:20.797" v="38" actId="20577"/>
        <pc:sldMkLst>
          <pc:docMk/>
          <pc:sldMk cId="2505037563" sldId="256"/>
        </pc:sldMkLst>
        <pc:spChg chg="mod">
          <ac:chgData name="CRISTOFHER ANDRES ROJAS ROJAS" userId="ff4a2ee5-b92d-4cf2-97fa-1b800dd1f1dd" providerId="ADAL" clId="{41A92D29-8BD5-40EA-B071-4A942BDDCEE0}" dt="2020-04-22T08:53:20.797" v="38" actId="20577"/>
          <ac:spMkLst>
            <pc:docMk/>
            <pc:sldMk cId="2505037563" sldId="256"/>
            <ac:spMk id="8" creationId="{4B3C8749-A33F-49FE-B61E-25BC4F1F402D}"/>
          </ac:spMkLst>
        </pc:spChg>
      </pc:sldChg>
      <pc:sldChg chg="delSp modSp modAnim">
        <pc:chgData name="CRISTOFHER ANDRES ROJAS ROJAS" userId="ff4a2ee5-b92d-4cf2-97fa-1b800dd1f1dd" providerId="ADAL" clId="{41A92D29-8BD5-40EA-B071-4A942BDDCEE0}" dt="2020-04-22T09:04:29.912" v="482"/>
        <pc:sldMkLst>
          <pc:docMk/>
          <pc:sldMk cId="1682723415" sldId="257"/>
        </pc:sldMkLst>
        <pc:spChg chg="mod">
          <ac:chgData name="CRISTOFHER ANDRES ROJAS ROJAS" userId="ff4a2ee5-b92d-4cf2-97fa-1b800dd1f1dd" providerId="ADAL" clId="{41A92D29-8BD5-40EA-B071-4A942BDDCEE0}" dt="2020-04-22T09:04:26.947" v="481" actId="5793"/>
          <ac:spMkLst>
            <pc:docMk/>
            <pc:sldMk cId="1682723415" sldId="257"/>
            <ac:spMk id="3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0:58.523" v="390" actId="20577"/>
          <ac:spMkLst>
            <pc:docMk/>
            <pc:sldMk cId="1682723415" sldId="257"/>
            <ac:spMk id="9" creationId="{7657357B-CCE3-49B3-BAC6-B043C23EBB0D}"/>
          </ac:spMkLst>
        </pc:spChg>
        <pc:picChg chg="del">
          <ac:chgData name="CRISTOFHER ANDRES ROJAS ROJAS" userId="ff4a2ee5-b92d-4cf2-97fa-1b800dd1f1dd" providerId="ADAL" clId="{41A92D29-8BD5-40EA-B071-4A942BDDCEE0}" dt="2020-04-22T08:55:39.796" v="138" actId="478"/>
          <ac:picMkLst>
            <pc:docMk/>
            <pc:sldMk cId="1682723415" sldId="257"/>
            <ac:picMk id="2050" creationId="{EA2EA1A3-8C8E-48F3-B74B-E3391C7938B4}"/>
          </ac:picMkLst>
        </pc:picChg>
      </pc:sldChg>
      <pc:sldChg chg="modSp modAnim">
        <pc:chgData name="CRISTOFHER ANDRES ROJAS ROJAS" userId="ff4a2ee5-b92d-4cf2-97fa-1b800dd1f1dd" providerId="ADAL" clId="{41A92D29-8BD5-40EA-B071-4A942BDDCEE0}" dt="2020-04-22T09:08:26.083" v="562" actId="20577"/>
        <pc:sldMkLst>
          <pc:docMk/>
          <pc:sldMk cId="2707598819" sldId="260"/>
        </pc:sldMkLst>
        <pc:spChg chg="mod">
          <ac:chgData name="CRISTOFHER ANDRES ROJAS ROJAS" userId="ff4a2ee5-b92d-4cf2-97fa-1b800dd1f1dd" providerId="ADAL" clId="{41A92D29-8BD5-40EA-B071-4A942BDDCEE0}" dt="2020-04-22T09:08:26.083" v="562" actId="20577"/>
          <ac:spMkLst>
            <pc:docMk/>
            <pc:sldMk cId="2707598819" sldId="260"/>
            <ac:spMk id="3" creationId="{00000000-0000-0000-0000-000000000000}"/>
          </ac:spMkLst>
        </pc:spChg>
      </pc:sldChg>
      <pc:sldChg chg="addSp delSp modSp del">
        <pc:chgData name="CRISTOFHER ANDRES ROJAS ROJAS" userId="ff4a2ee5-b92d-4cf2-97fa-1b800dd1f1dd" providerId="ADAL" clId="{41A92D29-8BD5-40EA-B071-4A942BDDCEE0}" dt="2020-04-22T09:01:01.620" v="391" actId="47"/>
        <pc:sldMkLst>
          <pc:docMk/>
          <pc:sldMk cId="1882310351" sldId="261"/>
        </pc:sldMkLst>
        <pc:spChg chg="add mod">
          <ac:chgData name="CRISTOFHER ANDRES ROJAS ROJAS" userId="ff4a2ee5-b92d-4cf2-97fa-1b800dd1f1dd" providerId="ADAL" clId="{41A92D29-8BD5-40EA-B071-4A942BDDCEE0}" dt="2020-04-22T08:55:35.560" v="135" actId="478"/>
          <ac:spMkLst>
            <pc:docMk/>
            <pc:sldMk cId="1882310351" sldId="261"/>
            <ac:spMk id="2" creationId="{153D81F5-1655-4E6C-8E78-ED4778BC00BB}"/>
          </ac:spMkLst>
        </pc:spChg>
        <pc:picChg chg="del">
          <ac:chgData name="CRISTOFHER ANDRES ROJAS ROJAS" userId="ff4a2ee5-b92d-4cf2-97fa-1b800dd1f1dd" providerId="ADAL" clId="{41A92D29-8BD5-40EA-B071-4A942BDDCEE0}" dt="2020-04-22T08:55:35.560" v="135" actId="478"/>
          <ac:picMkLst>
            <pc:docMk/>
            <pc:sldMk cId="1882310351" sldId="261"/>
            <ac:picMk id="1026" creationId="{C4A1D1E8-E136-467D-B331-0899B1DF1AAA}"/>
          </ac:picMkLst>
        </pc:picChg>
      </pc:sldChg>
      <pc:sldChg chg="modSp modAnim">
        <pc:chgData name="CRISTOFHER ANDRES ROJAS ROJAS" userId="ff4a2ee5-b92d-4cf2-97fa-1b800dd1f1dd" providerId="ADAL" clId="{41A92D29-8BD5-40EA-B071-4A942BDDCEE0}" dt="2020-04-22T09:05:42.850" v="492" actId="1076"/>
        <pc:sldMkLst>
          <pc:docMk/>
          <pc:sldMk cId="2659890596" sldId="262"/>
        </pc:sldMkLst>
        <pc:spChg chg="mod">
          <ac:chgData name="CRISTOFHER ANDRES ROJAS ROJAS" userId="ff4a2ee5-b92d-4cf2-97fa-1b800dd1f1dd" providerId="ADAL" clId="{41A92D29-8BD5-40EA-B071-4A942BDDCEE0}" dt="2020-04-22T09:05:20.689" v="490" actId="403"/>
          <ac:spMkLst>
            <pc:docMk/>
            <pc:sldMk cId="2659890596" sldId="262"/>
            <ac:spMk id="3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5:42.850" v="492" actId="1076"/>
          <ac:spMkLst>
            <pc:docMk/>
            <pc:sldMk cId="2659890596" sldId="262"/>
            <ac:spMk id="7" creationId="{A5E2500C-D187-4F08-8D98-3D33BFEA4C8C}"/>
          </ac:spMkLst>
        </pc:spChg>
      </pc:sldChg>
      <pc:sldChg chg="modSp">
        <pc:chgData name="CRISTOFHER ANDRES ROJAS ROJAS" userId="ff4a2ee5-b92d-4cf2-97fa-1b800dd1f1dd" providerId="ADAL" clId="{41A92D29-8BD5-40EA-B071-4A942BDDCEE0}" dt="2020-04-22T09:05:36.882" v="491"/>
        <pc:sldMkLst>
          <pc:docMk/>
          <pc:sldMk cId="1702473761" sldId="346"/>
        </pc:sldMkLst>
        <pc:spChg chg="mod">
          <ac:chgData name="CRISTOFHER ANDRES ROJAS ROJAS" userId="ff4a2ee5-b92d-4cf2-97fa-1b800dd1f1dd" providerId="ADAL" clId="{41A92D29-8BD5-40EA-B071-4A942BDDCEE0}" dt="2020-04-22T09:05:36.882" v="491"/>
          <ac:spMkLst>
            <pc:docMk/>
            <pc:sldMk cId="1702473761" sldId="346"/>
            <ac:spMk id="6" creationId="{00000000-0000-0000-0000-000000000000}"/>
          </ac:spMkLst>
        </pc:spChg>
      </pc:sldChg>
      <pc:sldChg chg="modSp modAnim">
        <pc:chgData name="CRISTOFHER ANDRES ROJAS ROJAS" userId="ff4a2ee5-b92d-4cf2-97fa-1b800dd1f1dd" providerId="ADAL" clId="{41A92D29-8BD5-40EA-B071-4A942BDDCEE0}" dt="2020-04-22T09:07:06.302" v="520" actId="27636"/>
        <pc:sldMkLst>
          <pc:docMk/>
          <pc:sldMk cId="1444201569" sldId="348"/>
        </pc:sldMkLst>
        <pc:spChg chg="mod">
          <ac:chgData name="CRISTOFHER ANDRES ROJAS ROJAS" userId="ff4a2ee5-b92d-4cf2-97fa-1b800dd1f1dd" providerId="ADAL" clId="{41A92D29-8BD5-40EA-B071-4A942BDDCEE0}" dt="2020-04-22T09:06:37.529" v="501" actId="20577"/>
          <ac:spMkLst>
            <pc:docMk/>
            <pc:sldMk cId="1444201569" sldId="348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7:06.302" v="520" actId="27636"/>
          <ac:spMkLst>
            <pc:docMk/>
            <pc:sldMk cId="1444201569" sldId="348"/>
            <ac:spMk id="7" creationId="{00000000-0000-0000-0000-000000000000}"/>
          </ac:spMkLst>
        </pc:spChg>
      </pc:sldChg>
      <pc:sldChg chg="modSp modAnim">
        <pc:chgData name="CRISTOFHER ANDRES ROJAS ROJAS" userId="ff4a2ee5-b92d-4cf2-97fa-1b800dd1f1dd" providerId="ADAL" clId="{41A92D29-8BD5-40EA-B071-4A942BDDCEE0}" dt="2020-04-22T09:08:08.436" v="538" actId="255"/>
        <pc:sldMkLst>
          <pc:docMk/>
          <pc:sldMk cId="3873343043" sldId="349"/>
        </pc:sldMkLst>
        <pc:spChg chg="mod">
          <ac:chgData name="CRISTOFHER ANDRES ROJAS ROJAS" userId="ff4a2ee5-b92d-4cf2-97fa-1b800dd1f1dd" providerId="ADAL" clId="{41A92D29-8BD5-40EA-B071-4A942BDDCEE0}" dt="2020-04-22T09:08:08.436" v="538" actId="255"/>
          <ac:spMkLst>
            <pc:docMk/>
            <pc:sldMk cId="3873343043" sldId="349"/>
            <ac:spMk id="7" creationId="{00000000-0000-0000-0000-000000000000}"/>
          </ac:spMkLst>
        </pc:spChg>
      </pc:sldChg>
      <pc:sldChg chg="addSp delSp modSp modAnim">
        <pc:chgData name="CRISTOFHER ANDRES ROJAS ROJAS" userId="ff4a2ee5-b92d-4cf2-97fa-1b800dd1f1dd" providerId="ADAL" clId="{41A92D29-8BD5-40EA-B071-4A942BDDCEE0}" dt="2020-04-22T09:38:13.775" v="1272" actId="478"/>
        <pc:sldMkLst>
          <pc:docMk/>
          <pc:sldMk cId="2108958779" sldId="350"/>
        </pc:sldMkLst>
        <pc:spChg chg="add del mod">
          <ac:chgData name="CRISTOFHER ANDRES ROJAS ROJAS" userId="ff4a2ee5-b92d-4cf2-97fa-1b800dd1f1dd" providerId="ADAL" clId="{41A92D29-8BD5-40EA-B071-4A942BDDCEE0}" dt="2020-04-22T09:38:13.775" v="1272" actId="478"/>
          <ac:spMkLst>
            <pc:docMk/>
            <pc:sldMk cId="2108958779" sldId="350"/>
            <ac:spMk id="4" creationId="{72349D30-B235-42B6-BAC0-4ABD21190837}"/>
          </ac:spMkLst>
        </pc:spChg>
        <pc:spChg chg="mod">
          <ac:chgData name="CRISTOFHER ANDRES ROJAS ROJAS" userId="ff4a2ee5-b92d-4cf2-97fa-1b800dd1f1dd" providerId="ADAL" clId="{41A92D29-8BD5-40EA-B071-4A942BDDCEE0}" dt="2020-04-22T09:34:37.634" v="1180" actId="20577"/>
          <ac:spMkLst>
            <pc:docMk/>
            <pc:sldMk cId="2108958779" sldId="350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36:50.089" v="1255" actId="27636"/>
          <ac:spMkLst>
            <pc:docMk/>
            <pc:sldMk cId="2108958779" sldId="350"/>
            <ac:spMk id="7" creationId="{00000000-0000-0000-0000-000000000000}"/>
          </ac:spMkLst>
        </pc:spChg>
        <pc:picChg chg="add del mod">
          <ac:chgData name="CRISTOFHER ANDRES ROJAS ROJAS" userId="ff4a2ee5-b92d-4cf2-97fa-1b800dd1f1dd" providerId="ADAL" clId="{41A92D29-8BD5-40EA-B071-4A942BDDCEE0}" dt="2020-04-22T09:34:16.859" v="1135" actId="478"/>
          <ac:picMkLst>
            <pc:docMk/>
            <pc:sldMk cId="2108958779" sldId="350"/>
            <ac:picMk id="3" creationId="{B9FB6DA9-EC7B-41E4-B4AA-64872E4060E9}"/>
          </ac:picMkLst>
        </pc:picChg>
        <pc:picChg chg="add del mod">
          <ac:chgData name="CRISTOFHER ANDRES ROJAS ROJAS" userId="ff4a2ee5-b92d-4cf2-97fa-1b800dd1f1dd" providerId="ADAL" clId="{41A92D29-8BD5-40EA-B071-4A942BDDCEE0}" dt="2020-04-22T09:36:53.733" v="1256" actId="478"/>
          <ac:picMkLst>
            <pc:docMk/>
            <pc:sldMk cId="2108958779" sldId="350"/>
            <ac:picMk id="1026" creationId="{63D32BC8-E533-4B11-B78D-DE8E985ECEC1}"/>
          </ac:picMkLst>
        </pc:picChg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3196129465" sldId="351"/>
        </pc:sldMkLst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736109266" sldId="352"/>
        </pc:sldMkLst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2010018448" sldId="374"/>
        </pc:sldMkLst>
      </pc:sldChg>
      <pc:sldChg chg="add del">
        <pc:chgData name="CRISTOFHER ANDRES ROJAS ROJAS" userId="ff4a2ee5-b92d-4cf2-97fa-1b800dd1f1dd" providerId="ADAL" clId="{41A92D29-8BD5-40EA-B071-4A942BDDCEE0}" dt="2020-04-22T09:34:03.761" v="1121" actId="47"/>
        <pc:sldMkLst>
          <pc:docMk/>
          <pc:sldMk cId="3507114496" sldId="376"/>
        </pc:sldMkLst>
      </pc:sldChg>
      <pc:sldChg chg="new del">
        <pc:chgData name="CRISTOFHER ANDRES ROJAS ROJAS" userId="ff4a2ee5-b92d-4cf2-97fa-1b800dd1f1dd" providerId="ADAL" clId="{41A92D29-8BD5-40EA-B071-4A942BDDCEE0}" dt="2020-04-22T09:28:15.811" v="983" actId="680"/>
        <pc:sldMkLst>
          <pc:docMk/>
          <pc:sldMk cId="146358354" sldId="377"/>
        </pc:sldMkLst>
      </pc:sldChg>
      <pc:sldChg chg="modSp add">
        <pc:chgData name="CRISTOFHER ANDRES ROJAS ROJAS" userId="ff4a2ee5-b92d-4cf2-97fa-1b800dd1f1dd" providerId="ADAL" clId="{41A92D29-8BD5-40EA-B071-4A942BDDCEE0}" dt="2020-04-22T09:32:33.550" v="1110" actId="27636"/>
        <pc:sldMkLst>
          <pc:docMk/>
          <pc:sldMk cId="153259363" sldId="377"/>
        </pc:sldMkLst>
        <pc:spChg chg="mod">
          <ac:chgData name="CRISTOFHER ANDRES ROJAS ROJAS" userId="ff4a2ee5-b92d-4cf2-97fa-1b800dd1f1dd" providerId="ADAL" clId="{41A92D29-8BD5-40EA-B071-4A942BDDCEE0}" dt="2020-04-22T09:28:37.866" v="997" actId="1076"/>
          <ac:spMkLst>
            <pc:docMk/>
            <pc:sldMk cId="153259363" sldId="377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32:33.550" v="1110" actId="27636"/>
          <ac:spMkLst>
            <pc:docMk/>
            <pc:sldMk cId="153259363" sldId="377"/>
            <ac:spMk id="7" creationId="{00000000-0000-0000-0000-000000000000}"/>
          </ac:spMkLst>
        </pc:spChg>
      </pc:sldChg>
      <pc:sldChg chg="modSp add">
        <pc:chgData name="CRISTOFHER ANDRES ROJAS ROJAS" userId="ff4a2ee5-b92d-4cf2-97fa-1b800dd1f1dd" providerId="ADAL" clId="{41A92D29-8BD5-40EA-B071-4A942BDDCEE0}" dt="2020-04-22T09:31:49.568" v="1088" actId="20577"/>
        <pc:sldMkLst>
          <pc:docMk/>
          <pc:sldMk cId="3676553905" sldId="378"/>
        </pc:sldMkLst>
        <pc:spChg chg="mod">
          <ac:chgData name="CRISTOFHER ANDRES ROJAS ROJAS" userId="ff4a2ee5-b92d-4cf2-97fa-1b800dd1f1dd" providerId="ADAL" clId="{41A92D29-8BD5-40EA-B071-4A942BDDCEE0}" dt="2020-04-22T09:31:49.568" v="1088" actId="20577"/>
          <ac:spMkLst>
            <pc:docMk/>
            <pc:sldMk cId="3676553905" sldId="378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1A92D29-8BD5-40EA-B071-4A942BDDCEE0}" dt="2020-04-22T09:34:02.665" v="1119" actId="680"/>
        <pc:sldMkLst>
          <pc:docMk/>
          <pc:sldMk cId="1772634602" sldId="379"/>
        </pc:sldMkLst>
      </pc:sldChg>
      <pc:sldChg chg="delSp modSp add">
        <pc:chgData name="CRISTOFHER ANDRES ROJAS ROJAS" userId="ff4a2ee5-b92d-4cf2-97fa-1b800dd1f1dd" providerId="ADAL" clId="{41A92D29-8BD5-40EA-B071-4A942BDDCEE0}" dt="2020-04-22T09:37:17.070" v="1261" actId="478"/>
        <pc:sldMkLst>
          <pc:docMk/>
          <pc:sldMk cId="3466318570" sldId="379"/>
        </pc:sldMkLst>
        <pc:spChg chg="mod">
          <ac:chgData name="CRISTOFHER ANDRES ROJAS ROJAS" userId="ff4a2ee5-b92d-4cf2-97fa-1b800dd1f1dd" providerId="ADAL" clId="{41A92D29-8BD5-40EA-B071-4A942BDDCEE0}" dt="2020-04-22T09:37:11.190" v="1260" actId="255"/>
          <ac:spMkLst>
            <pc:docMk/>
            <pc:sldMk cId="3466318570" sldId="379"/>
            <ac:spMk id="7" creationId="{00000000-0000-0000-0000-000000000000}"/>
          </ac:spMkLst>
        </pc:spChg>
        <pc:picChg chg="del">
          <ac:chgData name="CRISTOFHER ANDRES ROJAS ROJAS" userId="ff4a2ee5-b92d-4cf2-97fa-1b800dd1f1dd" providerId="ADAL" clId="{41A92D29-8BD5-40EA-B071-4A942BDDCEE0}" dt="2020-04-22T09:37:17.070" v="1261" actId="478"/>
          <ac:picMkLst>
            <pc:docMk/>
            <pc:sldMk cId="3466318570" sldId="379"/>
            <ac:picMk id="1026" creationId="{63D32BC8-E533-4B11-B78D-DE8E985ECEC1}"/>
          </ac:picMkLst>
        </pc:picChg>
      </pc:sldChg>
      <pc:sldChg chg="delSp modSp add">
        <pc:chgData name="CRISTOFHER ANDRES ROJAS ROJAS" userId="ff4a2ee5-b92d-4cf2-97fa-1b800dd1f1dd" providerId="ADAL" clId="{41A92D29-8BD5-40EA-B071-4A942BDDCEE0}" dt="2020-04-22T09:37:18.574" v="1262" actId="478"/>
        <pc:sldMkLst>
          <pc:docMk/>
          <pc:sldMk cId="307181644" sldId="380"/>
        </pc:sldMkLst>
        <pc:spChg chg="mod">
          <ac:chgData name="CRISTOFHER ANDRES ROJAS ROJAS" userId="ff4a2ee5-b92d-4cf2-97fa-1b800dd1f1dd" providerId="ADAL" clId="{41A92D29-8BD5-40EA-B071-4A942BDDCEE0}" dt="2020-04-22T09:36:13.799" v="1247" actId="27636"/>
          <ac:spMkLst>
            <pc:docMk/>
            <pc:sldMk cId="307181644" sldId="380"/>
            <ac:spMk id="7" creationId="{00000000-0000-0000-0000-000000000000}"/>
          </ac:spMkLst>
        </pc:spChg>
        <pc:picChg chg="del">
          <ac:chgData name="CRISTOFHER ANDRES ROJAS ROJAS" userId="ff4a2ee5-b92d-4cf2-97fa-1b800dd1f1dd" providerId="ADAL" clId="{41A92D29-8BD5-40EA-B071-4A942BDDCEE0}" dt="2020-04-22T09:37:18.574" v="1262" actId="478"/>
          <ac:picMkLst>
            <pc:docMk/>
            <pc:sldMk cId="307181644" sldId="380"/>
            <ac:picMk id="1026" creationId="{63D32BC8-E533-4B11-B78D-DE8E985ECEC1}"/>
          </ac:picMkLst>
        </pc:picChg>
      </pc:sldChg>
      <pc:sldChg chg="new del">
        <pc:chgData name="CRISTOFHER ANDRES ROJAS ROJAS" userId="ff4a2ee5-b92d-4cf2-97fa-1b800dd1f1dd" providerId="ADAL" clId="{41A92D29-8BD5-40EA-B071-4A942BDDCEE0}" dt="2020-04-22T09:35:51.005" v="1240" actId="680"/>
        <pc:sldMkLst>
          <pc:docMk/>
          <pc:sldMk cId="2307093310" sldId="380"/>
        </pc:sldMkLst>
      </pc:sldChg>
      <pc:sldChg chg="modSp add del">
        <pc:chgData name="CRISTOFHER ANDRES ROJAS ROJAS" userId="ff4a2ee5-b92d-4cf2-97fa-1b800dd1f1dd" providerId="ADAL" clId="{41A92D29-8BD5-40EA-B071-4A942BDDCEE0}" dt="2020-04-22T09:38:19.948" v="1273" actId="47"/>
        <pc:sldMkLst>
          <pc:docMk/>
          <pc:sldMk cId="496455104" sldId="381"/>
        </pc:sldMkLst>
        <pc:spChg chg="mod">
          <ac:chgData name="CRISTOFHER ANDRES ROJAS ROJAS" userId="ff4a2ee5-b92d-4cf2-97fa-1b800dd1f1dd" providerId="ADAL" clId="{41A92D29-8BD5-40EA-B071-4A942BDDCEE0}" dt="2020-04-22T09:37:29.151" v="1267" actId="20577"/>
          <ac:spMkLst>
            <pc:docMk/>
            <pc:sldMk cId="496455104" sldId="381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1A92D29-8BD5-40EA-B071-4A942BDDCEE0}" dt="2020-04-22T09:37:24.949" v="1264" actId="680"/>
        <pc:sldMkLst>
          <pc:docMk/>
          <pc:sldMk cId="2656838744" sldId="381"/>
        </pc:sldMkLst>
      </pc:sldChg>
      <pc:sldMasterChg chg="delSldLayout">
        <pc:chgData name="CRISTOFHER ANDRES ROJAS ROJAS" userId="ff4a2ee5-b92d-4cf2-97fa-1b800dd1f1dd" providerId="ADAL" clId="{41A92D29-8BD5-40EA-B071-4A942BDDCEE0}" dt="2020-04-22T09:21:29.365" v="980" actId="47"/>
        <pc:sldMasterMkLst>
          <pc:docMk/>
          <pc:sldMasterMk cId="1093945410" sldId="2147483660"/>
        </pc:sldMasterMkLst>
        <pc:sldLayoutChg chg="del">
          <pc:chgData name="CRISTOFHER ANDRES ROJAS ROJAS" userId="ff4a2ee5-b92d-4cf2-97fa-1b800dd1f1dd" providerId="ADAL" clId="{41A92D29-8BD5-40EA-B071-4A942BDDCEE0}" dt="2020-04-22T09:21:29.365" v="980" actId="47"/>
          <pc:sldLayoutMkLst>
            <pc:docMk/>
            <pc:sldMasterMk cId="1093945410" sldId="2147483660"/>
            <pc:sldLayoutMk cId="216677509" sldId="2147483674"/>
          </pc:sldLayoutMkLst>
        </pc:sldLayoutChg>
      </pc:sldMasterChg>
    </pc:docChg>
  </pc:docChgLst>
  <pc:docChgLst>
    <pc:chgData name="CRISTOFHER ANDRES ROJAS ROJAS" userId="ff4a2ee5-b92d-4cf2-97fa-1b800dd1f1dd" providerId="ADAL" clId="{4578CC14-6DAD-489B-AF16-1125D7F8A148}"/>
    <pc:docChg chg="undo custSel mod addSld delSld modSld sldOrd">
      <pc:chgData name="CRISTOFHER ANDRES ROJAS ROJAS" userId="ff4a2ee5-b92d-4cf2-97fa-1b800dd1f1dd" providerId="ADAL" clId="{4578CC14-6DAD-489B-AF16-1125D7F8A148}" dt="2020-04-15T21:53:48.874" v="1229" actId="20577"/>
      <pc:docMkLst>
        <pc:docMk/>
      </pc:docMkLst>
      <pc:sldChg chg="addSp modSp">
        <pc:chgData name="CRISTOFHER ANDRES ROJAS ROJAS" userId="ff4a2ee5-b92d-4cf2-97fa-1b800dd1f1dd" providerId="ADAL" clId="{4578CC14-6DAD-489B-AF16-1125D7F8A148}" dt="2020-04-15T04:01:38.878" v="126" actId="20577"/>
        <pc:sldMkLst>
          <pc:docMk/>
          <pc:sldMk cId="2505037563" sldId="256"/>
        </pc:sldMkLst>
        <pc:spChg chg="mod">
          <ac:chgData name="CRISTOFHER ANDRES ROJAS ROJAS" userId="ff4a2ee5-b92d-4cf2-97fa-1b800dd1f1dd" providerId="ADAL" clId="{4578CC14-6DAD-489B-AF16-1125D7F8A148}" dt="2020-04-15T04:01:38.878" v="126" actId="20577"/>
          <ac:spMkLst>
            <pc:docMk/>
            <pc:sldMk cId="2505037563" sldId="256"/>
            <ac:spMk id="3" creationId="{00000000-0000-0000-0000-000000000000}"/>
          </ac:spMkLst>
        </pc:spChg>
        <pc:spChg chg="add mod">
          <ac:chgData name="CRISTOFHER ANDRES ROJAS ROJAS" userId="ff4a2ee5-b92d-4cf2-97fa-1b800dd1f1dd" providerId="ADAL" clId="{4578CC14-6DAD-489B-AF16-1125D7F8A148}" dt="2020-04-15T04:00:37.066" v="22" actId="20577"/>
          <ac:spMkLst>
            <pc:docMk/>
            <pc:sldMk cId="2505037563" sldId="256"/>
            <ac:spMk id="6" creationId="{4BFCA498-348C-4A5E-9EF5-B337E69E3111}"/>
          </ac:spMkLst>
        </pc:spChg>
        <pc:spChg chg="add mod">
          <ac:chgData name="CRISTOFHER ANDRES ROJAS ROJAS" userId="ff4a2ee5-b92d-4cf2-97fa-1b800dd1f1dd" providerId="ADAL" clId="{4578CC14-6DAD-489B-AF16-1125D7F8A148}" dt="2020-04-15T04:00:57.591" v="27" actId="1076"/>
          <ac:spMkLst>
            <pc:docMk/>
            <pc:sldMk cId="2505037563" sldId="256"/>
            <ac:spMk id="7" creationId="{8555F635-70D4-4AE3-859D-A80843BF7309}"/>
          </ac:spMkLst>
        </pc:spChg>
        <pc:spChg chg="add mod">
          <ac:chgData name="CRISTOFHER ANDRES ROJAS ROJAS" userId="ff4a2ee5-b92d-4cf2-97fa-1b800dd1f1dd" providerId="ADAL" clId="{4578CC14-6DAD-489B-AF16-1125D7F8A148}" dt="2020-04-15T04:01:29.468" v="103" actId="14100"/>
          <ac:spMkLst>
            <pc:docMk/>
            <pc:sldMk cId="2505037563" sldId="256"/>
            <ac:spMk id="8" creationId="{4B3C8749-A33F-49FE-B61E-25BC4F1F402D}"/>
          </ac:spMkLst>
        </pc:spChg>
      </pc:sldChg>
      <pc:sldChg chg="addSp delSp modSp mod setBg">
        <pc:chgData name="CRISTOFHER ANDRES ROJAS ROJAS" userId="ff4a2ee5-b92d-4cf2-97fa-1b800dd1f1dd" providerId="ADAL" clId="{4578CC14-6DAD-489B-AF16-1125D7F8A148}" dt="2020-04-15T04:31:02.303" v="1114" actId="20577"/>
        <pc:sldMkLst>
          <pc:docMk/>
          <pc:sldMk cId="1682723415" sldId="257"/>
        </pc:sldMkLst>
        <pc:spChg chg="mod">
          <ac:chgData name="CRISTOFHER ANDRES ROJAS ROJAS" userId="ff4a2ee5-b92d-4cf2-97fa-1b800dd1f1dd" providerId="ADAL" clId="{4578CC14-6DAD-489B-AF16-1125D7F8A148}" dt="2020-04-15T04:11:50.739" v="195" actId="14100"/>
          <ac:spMkLst>
            <pc:docMk/>
            <pc:sldMk cId="1682723415" sldId="257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15:12.574" v="251"/>
          <ac:spMkLst>
            <pc:docMk/>
            <pc:sldMk cId="1682723415" sldId="257"/>
            <ac:spMk id="6" creationId="{9EE24476-5CCE-461B-896C-E68598A6262D}"/>
          </ac:spMkLst>
        </pc:spChg>
        <pc:spChg chg="add">
          <ac:chgData name="CRISTOFHER ANDRES ROJAS ROJAS" userId="ff4a2ee5-b92d-4cf2-97fa-1b800dd1f1dd" providerId="ADAL" clId="{4578CC14-6DAD-489B-AF16-1125D7F8A148}" dt="2020-04-15T04:29:15.017" v="1094"/>
          <ac:spMkLst>
            <pc:docMk/>
            <pc:sldMk cId="1682723415" sldId="257"/>
            <ac:spMk id="7" creationId="{8802B3E2-C335-44FE-8B66-CC5BAD3D3B5B}"/>
          </ac:spMkLst>
        </pc:spChg>
        <pc:spChg chg="add del mod">
          <ac:chgData name="CRISTOFHER ANDRES ROJAS ROJAS" userId="ff4a2ee5-b92d-4cf2-97fa-1b800dd1f1dd" providerId="ADAL" clId="{4578CC14-6DAD-489B-AF16-1125D7F8A148}" dt="2020-04-15T04:29:25.471" v="1097" actId="478"/>
          <ac:spMkLst>
            <pc:docMk/>
            <pc:sldMk cId="1682723415" sldId="257"/>
            <ac:spMk id="8" creationId="{C9FA9AB8-0127-4B21-9B62-F265C3748864}"/>
          </ac:spMkLst>
        </pc:spChg>
        <pc:spChg chg="add mod">
          <ac:chgData name="CRISTOFHER ANDRES ROJAS ROJAS" userId="ff4a2ee5-b92d-4cf2-97fa-1b800dd1f1dd" providerId="ADAL" clId="{4578CC14-6DAD-489B-AF16-1125D7F8A148}" dt="2020-04-15T04:31:02.303" v="1114" actId="20577"/>
          <ac:spMkLst>
            <pc:docMk/>
            <pc:sldMk cId="1682723415" sldId="257"/>
            <ac:spMk id="9" creationId="{7657357B-CCE3-49B3-BAC6-B043C23EBB0D}"/>
          </ac:spMkLst>
        </pc:spChg>
        <pc:picChg chg="del mod">
          <ac:chgData name="CRISTOFHER ANDRES ROJAS ROJAS" userId="ff4a2ee5-b92d-4cf2-97fa-1b800dd1f1dd" providerId="ADAL" clId="{4578CC14-6DAD-489B-AF16-1125D7F8A148}" dt="2020-04-15T04:11:43.179" v="193" actId="478"/>
          <ac:picMkLst>
            <pc:docMk/>
            <pc:sldMk cId="1682723415" sldId="257"/>
            <ac:picMk id="4" creationId="{00000000-0000-0000-0000-000000000000}"/>
          </ac:picMkLst>
        </pc:picChg>
        <pc:picChg chg="add">
          <ac:chgData name="CRISTOFHER ANDRES ROJAS ROJAS" userId="ff4a2ee5-b92d-4cf2-97fa-1b800dd1f1dd" providerId="ADAL" clId="{4578CC14-6DAD-489B-AF16-1125D7F8A148}" dt="2020-04-15T04:11:40.931" v="192"/>
          <ac:picMkLst>
            <pc:docMk/>
            <pc:sldMk cId="1682723415" sldId="257"/>
            <ac:picMk id="5" creationId="{7FA56429-A415-4942-8596-E2E7D43B28E9}"/>
          </ac:picMkLst>
        </pc:picChg>
        <pc:picChg chg="add mod">
          <ac:chgData name="CRISTOFHER ANDRES ROJAS ROJAS" userId="ff4a2ee5-b92d-4cf2-97fa-1b800dd1f1dd" providerId="ADAL" clId="{4578CC14-6DAD-489B-AF16-1125D7F8A148}" dt="2020-04-15T04:11:55.665" v="196" actId="1076"/>
          <ac:picMkLst>
            <pc:docMk/>
            <pc:sldMk cId="1682723415" sldId="257"/>
            <ac:picMk id="2050" creationId="{EA2EA1A3-8C8E-48F3-B74B-E3391C7938B4}"/>
          </ac:picMkLst>
        </pc:picChg>
      </pc:sldChg>
      <pc:sldChg chg="add del">
        <pc:chgData name="CRISTOFHER ANDRES ROJAS ROJAS" userId="ff4a2ee5-b92d-4cf2-97fa-1b800dd1f1dd" providerId="ADAL" clId="{4578CC14-6DAD-489B-AF16-1125D7F8A148}" dt="2020-04-15T04:26:12.133" v="1093" actId="47"/>
        <pc:sldMkLst>
          <pc:docMk/>
          <pc:sldMk cId="354298414" sldId="258"/>
        </pc:sldMkLst>
      </pc:sldChg>
      <pc:sldChg chg="addSp modSp add ord setBg modAnim">
        <pc:chgData name="CRISTOFHER ANDRES ROJAS ROJAS" userId="ff4a2ee5-b92d-4cf2-97fa-1b800dd1f1dd" providerId="ADAL" clId="{4578CC14-6DAD-489B-AF16-1125D7F8A148}" dt="2020-04-15T04:12:40.053" v="204" actId="20577"/>
        <pc:sldMkLst>
          <pc:docMk/>
          <pc:sldMk cId="2707598819" sldId="260"/>
        </pc:sldMkLst>
        <pc:spChg chg="mod">
          <ac:chgData name="CRISTOFHER ANDRES ROJAS ROJAS" userId="ff4a2ee5-b92d-4cf2-97fa-1b800dd1f1dd" providerId="ADAL" clId="{4578CC14-6DAD-489B-AF16-1125D7F8A148}" dt="2020-04-15T04:12:40.053" v="204" actId="20577"/>
          <ac:spMkLst>
            <pc:docMk/>
            <pc:sldMk cId="2707598819" sldId="260"/>
            <ac:spMk id="3" creationId="{00000000-0000-0000-0000-000000000000}"/>
          </ac:spMkLst>
        </pc:spChg>
        <pc:picChg chg="add">
          <ac:chgData name="CRISTOFHER ANDRES ROJAS ROJAS" userId="ff4a2ee5-b92d-4cf2-97fa-1b800dd1f1dd" providerId="ADAL" clId="{4578CC14-6DAD-489B-AF16-1125D7F8A148}" dt="2020-04-15T04:02:19.695" v="137"/>
          <ac:picMkLst>
            <pc:docMk/>
            <pc:sldMk cId="2707598819" sldId="260"/>
            <ac:picMk id="6" creationId="{14A43F8F-EE3E-4CF8-8778-4D390B492303}"/>
          </ac:picMkLst>
        </pc:picChg>
      </pc:sldChg>
      <pc:sldChg chg="addSp delSp modSp add">
        <pc:chgData name="CRISTOFHER ANDRES ROJAS ROJAS" userId="ff4a2ee5-b92d-4cf2-97fa-1b800dd1f1dd" providerId="ADAL" clId="{4578CC14-6DAD-489B-AF16-1125D7F8A148}" dt="2020-04-15T04:30:55.976" v="1111" actId="20577"/>
        <pc:sldMkLst>
          <pc:docMk/>
          <pc:sldMk cId="1882310351" sldId="261"/>
        </pc:sldMkLst>
        <pc:spChg chg="add del">
          <ac:chgData name="CRISTOFHER ANDRES ROJAS ROJAS" userId="ff4a2ee5-b92d-4cf2-97fa-1b800dd1f1dd" providerId="ADAL" clId="{4578CC14-6DAD-489B-AF16-1125D7F8A148}" dt="2020-04-15T04:02:12.546" v="136"/>
          <ac:spMkLst>
            <pc:docMk/>
            <pc:sldMk cId="1882310351" sldId="261"/>
            <ac:spMk id="2" creationId="{D92B95A6-A961-4A47-BD41-21CFA2D9CA5B}"/>
          </ac:spMkLst>
        </pc:spChg>
        <pc:spChg chg="del">
          <ac:chgData name="CRISTOFHER ANDRES ROJAS ROJAS" userId="ff4a2ee5-b92d-4cf2-97fa-1b800dd1f1dd" providerId="ADAL" clId="{4578CC14-6DAD-489B-AF16-1125D7F8A148}" dt="2020-04-15T04:06:10.248" v="187"/>
          <ac:spMkLst>
            <pc:docMk/>
            <pc:sldMk cId="1882310351" sldId="261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30:33.876" v="1106"/>
          <ac:spMkLst>
            <pc:docMk/>
            <pc:sldMk cId="1882310351" sldId="261"/>
            <ac:spMk id="5" creationId="{EB9C76F5-89E9-4A73-A1BC-3FF42FAE91EC}"/>
          </ac:spMkLst>
        </pc:spChg>
        <pc:spChg chg="add">
          <ac:chgData name="CRISTOFHER ANDRES ROJAS ROJAS" userId="ff4a2ee5-b92d-4cf2-97fa-1b800dd1f1dd" providerId="ADAL" clId="{4578CC14-6DAD-489B-AF16-1125D7F8A148}" dt="2020-04-15T04:15:14.319" v="252"/>
          <ac:spMkLst>
            <pc:docMk/>
            <pc:sldMk cId="1882310351" sldId="261"/>
            <ac:spMk id="6" creationId="{5ED49165-F672-435F-BA1C-4889BBBB405F}"/>
          </ac:spMkLst>
        </pc:spChg>
        <pc:spChg chg="add mod">
          <ac:chgData name="CRISTOFHER ANDRES ROJAS ROJAS" userId="ff4a2ee5-b92d-4cf2-97fa-1b800dd1f1dd" providerId="ADAL" clId="{4578CC14-6DAD-489B-AF16-1125D7F8A148}" dt="2020-04-15T04:30:55.976" v="1111" actId="20577"/>
          <ac:spMkLst>
            <pc:docMk/>
            <pc:sldMk cId="1882310351" sldId="261"/>
            <ac:spMk id="7" creationId="{A33176D2-3CBE-4FD0-928E-F0C18BCE4138}"/>
          </ac:spMkLst>
        </pc:spChg>
        <pc:picChg chg="add">
          <ac:chgData name="CRISTOFHER ANDRES ROJAS ROJAS" userId="ff4a2ee5-b92d-4cf2-97fa-1b800dd1f1dd" providerId="ADAL" clId="{4578CC14-6DAD-489B-AF16-1125D7F8A148}" dt="2020-04-15T04:06:10.248" v="187"/>
          <ac:picMkLst>
            <pc:docMk/>
            <pc:sldMk cId="1882310351" sldId="261"/>
            <ac:picMk id="1026" creationId="{C4A1D1E8-E136-467D-B331-0899B1DF1AAA}"/>
          </ac:picMkLst>
        </pc:picChg>
      </pc:sldChg>
      <pc:sldChg chg="new del">
        <pc:chgData name="CRISTOFHER ANDRES ROJAS ROJAS" userId="ff4a2ee5-b92d-4cf2-97fa-1b800dd1f1dd" providerId="ADAL" clId="{4578CC14-6DAD-489B-AF16-1125D7F8A148}" dt="2020-04-15T04:12:06.937" v="198" actId="680"/>
        <pc:sldMkLst>
          <pc:docMk/>
          <pc:sldMk cId="2327098000" sldId="262"/>
        </pc:sldMkLst>
      </pc:sldChg>
      <pc:sldChg chg="addSp delSp modSp add setBg">
        <pc:chgData name="CRISTOFHER ANDRES ROJAS ROJAS" userId="ff4a2ee5-b92d-4cf2-97fa-1b800dd1f1dd" providerId="ADAL" clId="{4578CC14-6DAD-489B-AF16-1125D7F8A148}" dt="2020-04-15T04:37:45.374" v="1191" actId="313"/>
        <pc:sldMkLst>
          <pc:docMk/>
          <pc:sldMk cId="2659890596" sldId="262"/>
        </pc:sldMkLst>
        <pc:spChg chg="mod">
          <ac:chgData name="CRISTOFHER ANDRES ROJAS ROJAS" userId="ff4a2ee5-b92d-4cf2-97fa-1b800dd1f1dd" providerId="ADAL" clId="{4578CC14-6DAD-489B-AF16-1125D7F8A148}" dt="2020-04-15T04:37:45.374" v="1191" actId="313"/>
          <ac:spMkLst>
            <pc:docMk/>
            <pc:sldMk cId="2659890596" sldId="262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15:10.609" v="250"/>
          <ac:spMkLst>
            <pc:docMk/>
            <pc:sldMk cId="2659890596" sldId="262"/>
            <ac:spMk id="6" creationId="{F6D51BFA-A881-494A-9605-EC6E4DF387C7}"/>
          </ac:spMkLst>
        </pc:spChg>
        <pc:spChg chg="add mod">
          <ac:chgData name="CRISTOFHER ANDRES ROJAS ROJAS" userId="ff4a2ee5-b92d-4cf2-97fa-1b800dd1f1dd" providerId="ADAL" clId="{4578CC14-6DAD-489B-AF16-1125D7F8A148}" dt="2020-04-15T04:31:13.923" v="1117" actId="20577"/>
          <ac:spMkLst>
            <pc:docMk/>
            <pc:sldMk cId="2659890596" sldId="262"/>
            <ac:spMk id="7" creationId="{A5E2500C-D187-4F08-8D98-3D33BFEA4C8C}"/>
          </ac:spMkLst>
        </pc:spChg>
        <pc:spChg chg="add">
          <ac:chgData name="CRISTOFHER ANDRES ROJAS ROJAS" userId="ff4a2ee5-b92d-4cf2-97fa-1b800dd1f1dd" providerId="ADAL" clId="{4578CC14-6DAD-489B-AF16-1125D7F8A148}" dt="2020-04-15T04:30:15.177" v="1105"/>
          <ac:spMkLst>
            <pc:docMk/>
            <pc:sldMk cId="2659890596" sldId="262"/>
            <ac:spMk id="8" creationId="{683E8BFC-0054-4F07-9CCE-C745DB417197}"/>
          </ac:spMkLst>
        </pc:spChg>
        <pc:picChg chg="del">
          <ac:chgData name="CRISTOFHER ANDRES ROJAS ROJAS" userId="ff4a2ee5-b92d-4cf2-97fa-1b800dd1f1dd" providerId="ADAL" clId="{4578CC14-6DAD-489B-AF16-1125D7F8A148}" dt="2020-04-15T04:31:19.190" v="1118" actId="478"/>
          <ac:picMkLst>
            <pc:docMk/>
            <pc:sldMk cId="2659890596" sldId="262"/>
            <ac:picMk id="2050" creationId="{EA2EA1A3-8C8E-48F3-B74B-E3391C7938B4}"/>
          </ac:picMkLst>
        </pc:picChg>
      </pc:sldChg>
      <pc:sldChg chg="new del">
        <pc:chgData name="CRISTOFHER ANDRES ROJAS ROJAS" userId="ff4a2ee5-b92d-4cf2-97fa-1b800dd1f1dd" providerId="ADAL" clId="{4578CC14-6DAD-489B-AF16-1125D7F8A148}" dt="2020-04-15T04:13:23.240" v="207" actId="47"/>
        <pc:sldMkLst>
          <pc:docMk/>
          <pc:sldMk cId="3893239548" sldId="263"/>
        </pc:sldMkLst>
      </pc:sldChg>
      <pc:sldChg chg="addSp delSp modSp add delAnim modAnim">
        <pc:chgData name="CRISTOFHER ANDRES ROJAS ROJAS" userId="ff4a2ee5-b92d-4cf2-97fa-1b800dd1f1dd" providerId="ADAL" clId="{4578CC14-6DAD-489B-AF16-1125D7F8A148}" dt="2020-04-15T04:15:24.325" v="253"/>
        <pc:sldMkLst>
          <pc:docMk/>
          <pc:sldMk cId="1702473761" sldId="346"/>
        </pc:sldMkLst>
        <pc:spChg chg="mod">
          <ac:chgData name="CRISTOFHER ANDRES ROJAS ROJAS" userId="ff4a2ee5-b92d-4cf2-97fa-1b800dd1f1dd" providerId="ADAL" clId="{4578CC14-6DAD-489B-AF16-1125D7F8A148}" dt="2020-04-15T04:13:41.646" v="209"/>
          <ac:spMkLst>
            <pc:docMk/>
            <pc:sldMk cId="1702473761" sldId="346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14:49.433" v="247" actId="14100"/>
          <ac:spMkLst>
            <pc:docMk/>
            <pc:sldMk cId="1702473761" sldId="346"/>
            <ac:spMk id="7" creationId="{00000000-0000-0000-0000-000000000000}"/>
          </ac:spMkLst>
        </pc:spChg>
        <pc:spChg chg="del mod">
          <ac:chgData name="CRISTOFHER ANDRES ROJAS ROJAS" userId="ff4a2ee5-b92d-4cf2-97fa-1b800dd1f1dd" providerId="ADAL" clId="{4578CC14-6DAD-489B-AF16-1125D7F8A148}" dt="2020-04-15T04:13:47.561" v="211" actId="478"/>
          <ac:spMkLst>
            <pc:docMk/>
            <pc:sldMk cId="1702473761" sldId="346"/>
            <ac:spMk id="11" creationId="{ECF0F7E9-AD65-824A-AADF-DE6D17116FFB}"/>
          </ac:spMkLst>
        </pc:spChg>
        <pc:picChg chg="add">
          <ac:chgData name="CRISTOFHER ANDRES ROJAS ROJAS" userId="ff4a2ee5-b92d-4cf2-97fa-1b800dd1f1dd" providerId="ADAL" clId="{4578CC14-6DAD-489B-AF16-1125D7F8A148}" dt="2020-04-15T04:15:24.325" v="253"/>
          <ac:picMkLst>
            <pc:docMk/>
            <pc:sldMk cId="1702473761" sldId="346"/>
            <ac:picMk id="8" creationId="{6C881E53-0394-443D-BA24-2DCFD2138668}"/>
          </ac:picMkLst>
        </pc:picChg>
      </pc:sldChg>
      <pc:sldChg chg="addSp modSp add modAnim">
        <pc:chgData name="CRISTOFHER ANDRES ROJAS ROJAS" userId="ff4a2ee5-b92d-4cf2-97fa-1b800dd1f1dd" providerId="ADAL" clId="{4578CC14-6DAD-489B-AF16-1125D7F8A148}" dt="2020-04-15T04:16:49.886" v="297"/>
        <pc:sldMkLst>
          <pc:docMk/>
          <pc:sldMk cId="1942762564" sldId="347"/>
        </pc:sldMkLst>
        <pc:spChg chg="mod">
          <ac:chgData name="CRISTOFHER ANDRES ROJAS ROJAS" userId="ff4a2ee5-b92d-4cf2-97fa-1b800dd1f1dd" providerId="ADAL" clId="{4578CC14-6DAD-489B-AF16-1125D7F8A148}" dt="2020-04-15T04:16:01.966" v="279" actId="20577"/>
          <ac:spMkLst>
            <pc:docMk/>
            <pc:sldMk cId="1942762564" sldId="347"/>
            <ac:spMk id="7" creationId="{00000000-0000-0000-0000-000000000000}"/>
          </ac:spMkLst>
        </pc:spChg>
        <pc:picChg chg="add">
          <ac:chgData name="CRISTOFHER ANDRES ROJAS ROJAS" userId="ff4a2ee5-b92d-4cf2-97fa-1b800dd1f1dd" providerId="ADAL" clId="{4578CC14-6DAD-489B-AF16-1125D7F8A148}" dt="2020-04-15T04:15:25.827" v="254"/>
          <ac:picMkLst>
            <pc:docMk/>
            <pc:sldMk cId="1942762564" sldId="347"/>
            <ac:picMk id="8" creationId="{5E349BF5-ED26-4D00-9B68-548253104712}"/>
          </ac:picMkLst>
        </pc:picChg>
      </pc:sldChg>
      <pc:sldChg chg="modSp add modAnim">
        <pc:chgData name="CRISTOFHER ANDRES ROJAS ROJAS" userId="ff4a2ee5-b92d-4cf2-97fa-1b800dd1f1dd" providerId="ADAL" clId="{4578CC14-6DAD-489B-AF16-1125D7F8A148}" dt="2020-04-15T04:18:58.616" v="470"/>
        <pc:sldMkLst>
          <pc:docMk/>
          <pc:sldMk cId="1444201569" sldId="348"/>
        </pc:sldMkLst>
        <pc:spChg chg="mod">
          <ac:chgData name="CRISTOFHER ANDRES ROJAS ROJAS" userId="ff4a2ee5-b92d-4cf2-97fa-1b800dd1f1dd" providerId="ADAL" clId="{4578CC14-6DAD-489B-AF16-1125D7F8A148}" dt="2020-04-15T04:16:16.507" v="291" actId="20577"/>
          <ac:spMkLst>
            <pc:docMk/>
            <pc:sldMk cId="1444201569" sldId="348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18:47.846" v="469" actId="20577"/>
          <ac:spMkLst>
            <pc:docMk/>
            <pc:sldMk cId="1444201569" sldId="348"/>
            <ac:spMk id="7" creationId="{00000000-0000-0000-0000-000000000000}"/>
          </ac:spMkLst>
        </pc:spChg>
      </pc:sldChg>
      <pc:sldChg chg="modSp add modAnim">
        <pc:chgData name="CRISTOFHER ANDRES ROJAS ROJAS" userId="ff4a2ee5-b92d-4cf2-97fa-1b800dd1f1dd" providerId="ADAL" clId="{4578CC14-6DAD-489B-AF16-1125D7F8A148}" dt="2020-04-15T04:20:09.457" v="609" actId="20577"/>
        <pc:sldMkLst>
          <pc:docMk/>
          <pc:sldMk cId="3873343043" sldId="349"/>
        </pc:sldMkLst>
        <pc:spChg chg="mod">
          <ac:chgData name="CRISTOFHER ANDRES ROJAS ROJAS" userId="ff4a2ee5-b92d-4cf2-97fa-1b800dd1f1dd" providerId="ADAL" clId="{4578CC14-6DAD-489B-AF16-1125D7F8A148}" dt="2020-04-15T04:19:04.949" v="473" actId="20577"/>
          <ac:spMkLst>
            <pc:docMk/>
            <pc:sldMk cId="3873343043" sldId="349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20:09.457" v="609" actId="20577"/>
          <ac:spMkLst>
            <pc:docMk/>
            <pc:sldMk cId="3873343043" sldId="349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578CC14-6DAD-489B-AF16-1125D7F8A148}" dt="2020-04-15T04:20:13.617" v="611" actId="680"/>
        <pc:sldMkLst>
          <pc:docMk/>
          <pc:sldMk cId="909507210" sldId="350"/>
        </pc:sldMkLst>
      </pc:sldChg>
      <pc:sldChg chg="modSp add modAnim">
        <pc:chgData name="CRISTOFHER ANDRES ROJAS ROJAS" userId="ff4a2ee5-b92d-4cf2-97fa-1b800dd1f1dd" providerId="ADAL" clId="{4578CC14-6DAD-489B-AF16-1125D7F8A148}" dt="2020-04-15T21:53:48.874" v="1229" actId="20577"/>
        <pc:sldMkLst>
          <pc:docMk/>
          <pc:sldMk cId="2108958779" sldId="350"/>
        </pc:sldMkLst>
        <pc:spChg chg="mod">
          <ac:chgData name="CRISTOFHER ANDRES ROJAS ROJAS" userId="ff4a2ee5-b92d-4cf2-97fa-1b800dd1f1dd" providerId="ADAL" clId="{4578CC14-6DAD-489B-AF16-1125D7F8A148}" dt="2020-04-15T04:23:17.050" v="1028" actId="20577"/>
          <ac:spMkLst>
            <pc:docMk/>
            <pc:sldMk cId="2108958779" sldId="350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21:53:48.874" v="1229" actId="20577"/>
          <ac:spMkLst>
            <pc:docMk/>
            <pc:sldMk cId="2108958779" sldId="350"/>
            <ac:spMk id="7" creationId="{00000000-0000-0000-0000-000000000000}"/>
          </ac:spMkLst>
        </pc:spChg>
      </pc:sldChg>
      <pc:sldChg chg="modSp add modAnim">
        <pc:chgData name="CRISTOFHER ANDRES ROJAS ROJAS" userId="ff4a2ee5-b92d-4cf2-97fa-1b800dd1f1dd" providerId="ADAL" clId="{4578CC14-6DAD-489B-AF16-1125D7F8A148}" dt="2020-04-15T21:53:23.391" v="1194" actId="13926"/>
        <pc:sldMkLst>
          <pc:docMk/>
          <pc:sldMk cId="3196129465" sldId="351"/>
        </pc:sldMkLst>
        <pc:spChg chg="mod">
          <ac:chgData name="CRISTOFHER ANDRES ROJAS ROJAS" userId="ff4a2ee5-b92d-4cf2-97fa-1b800dd1f1dd" providerId="ADAL" clId="{4578CC14-6DAD-489B-AF16-1125D7F8A148}" dt="2020-04-15T04:23:26.668" v="1034" actId="20577"/>
          <ac:spMkLst>
            <pc:docMk/>
            <pc:sldMk cId="3196129465" sldId="351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21:53:23.391" v="1194" actId="13926"/>
          <ac:spMkLst>
            <pc:docMk/>
            <pc:sldMk cId="3196129465" sldId="351"/>
            <ac:spMk id="7" creationId="{00000000-0000-0000-0000-000000000000}"/>
          </ac:spMkLst>
        </pc:spChg>
      </pc:sldChg>
      <pc:sldChg chg="modSp add">
        <pc:chgData name="CRISTOFHER ANDRES ROJAS ROJAS" userId="ff4a2ee5-b92d-4cf2-97fa-1b800dd1f1dd" providerId="ADAL" clId="{4578CC14-6DAD-489B-AF16-1125D7F8A148}" dt="2020-04-15T21:53:20.465" v="1193" actId="13926"/>
        <pc:sldMkLst>
          <pc:docMk/>
          <pc:sldMk cId="736109266" sldId="352"/>
        </pc:sldMkLst>
        <pc:spChg chg="mod">
          <ac:chgData name="CRISTOFHER ANDRES ROJAS ROJAS" userId="ff4a2ee5-b92d-4cf2-97fa-1b800dd1f1dd" providerId="ADAL" clId="{4578CC14-6DAD-489B-AF16-1125D7F8A148}" dt="2020-04-15T21:53:20.465" v="1193" actId="13926"/>
          <ac:spMkLst>
            <pc:docMk/>
            <pc:sldMk cId="736109266" sldId="352"/>
            <ac:spMk id="7" creationId="{00000000-0000-0000-0000-000000000000}"/>
          </ac:spMkLst>
        </pc:spChg>
      </pc:sldChg>
      <pc:sldChg chg="add del">
        <pc:chgData name="CRISTOFHER ANDRES ROJAS ROJAS" userId="ff4a2ee5-b92d-4cf2-97fa-1b800dd1f1dd" providerId="ADAL" clId="{4578CC14-6DAD-489B-AF16-1125D7F8A148}" dt="2020-04-15T04:38:00.811" v="1192" actId="47"/>
        <pc:sldMkLst>
          <pc:docMk/>
          <pc:sldMk cId="2583594277" sldId="353"/>
        </pc:sldMkLst>
      </pc:sldChg>
      <pc:sldChg chg="new del">
        <pc:chgData name="CRISTOFHER ANDRES ROJAS ROJAS" userId="ff4a2ee5-b92d-4cf2-97fa-1b800dd1f1dd" providerId="ADAL" clId="{4578CC14-6DAD-489B-AF16-1125D7F8A148}" dt="2020-04-15T04:24:47.406" v="1082" actId="680"/>
        <pc:sldMkLst>
          <pc:docMk/>
          <pc:sldMk cId="2702834430" sldId="353"/>
        </pc:sldMkLst>
      </pc:sldChg>
      <pc:sldChg chg="new del">
        <pc:chgData name="CRISTOFHER ANDRES ROJAS ROJAS" userId="ff4a2ee5-b92d-4cf2-97fa-1b800dd1f1dd" providerId="ADAL" clId="{4578CC14-6DAD-489B-AF16-1125D7F8A148}" dt="2020-04-15T04:25:22.445" v="1086" actId="47"/>
        <pc:sldMkLst>
          <pc:docMk/>
          <pc:sldMk cId="3521599848" sldId="354"/>
        </pc:sldMkLst>
      </pc:sldChg>
      <pc:sldChg chg="addSp modSp add setBg modAnim">
        <pc:chgData name="CRISTOFHER ANDRES ROJAS ROJAS" userId="ff4a2ee5-b92d-4cf2-97fa-1b800dd1f1dd" providerId="ADAL" clId="{4578CC14-6DAD-489B-AF16-1125D7F8A148}" dt="2020-04-15T04:25:59.993" v="1091" actId="20577"/>
        <pc:sldMkLst>
          <pc:docMk/>
          <pc:sldMk cId="2010018448" sldId="374"/>
        </pc:sldMkLst>
        <pc:spChg chg="mod">
          <ac:chgData name="CRISTOFHER ANDRES ROJAS ROJAS" userId="ff4a2ee5-b92d-4cf2-97fa-1b800dd1f1dd" providerId="ADAL" clId="{4578CC14-6DAD-489B-AF16-1125D7F8A148}" dt="2020-04-15T04:25:59.993" v="1091" actId="20577"/>
          <ac:spMkLst>
            <pc:docMk/>
            <pc:sldMk cId="2010018448" sldId="374"/>
            <ac:spMk id="10" creationId="{C1287916-9F87-E541-93BB-A3CA78185987}"/>
          </ac:spMkLst>
        </pc:spChg>
        <pc:picChg chg="add">
          <ac:chgData name="CRISTOFHER ANDRES ROJAS ROJAS" userId="ff4a2ee5-b92d-4cf2-97fa-1b800dd1f1dd" providerId="ADAL" clId="{4578CC14-6DAD-489B-AF16-1125D7F8A148}" dt="2020-04-15T04:25:35.192" v="1088"/>
          <ac:picMkLst>
            <pc:docMk/>
            <pc:sldMk cId="2010018448" sldId="374"/>
            <ac:picMk id="7" creationId="{2DA9AD06-6661-4ED3-B11D-65DB91FEA491}"/>
          </ac:picMkLst>
        </pc:picChg>
      </pc:sldChg>
      <pc:sldChg chg="add">
        <pc:chgData name="CRISTOFHER ANDRES ROJAS ROJAS" userId="ff4a2ee5-b92d-4cf2-97fa-1b800dd1f1dd" providerId="ADAL" clId="{4578CC14-6DAD-489B-AF16-1125D7F8A148}" dt="2020-04-15T04:26:10.430" v="1092"/>
        <pc:sldMkLst>
          <pc:docMk/>
          <pc:sldMk cId="2452545310" sldId="3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21A3B-4B54-478E-9548-A91E1B1C5643}" type="datetimeFigureOut">
              <a:rPr lang="es-CL" smtClean="0"/>
              <a:t>12-10-22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622E4-1B15-4ED3-B8E2-3FF910AB6E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718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37630" y="2417441"/>
            <a:ext cx="11759804" cy="166807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75261" y="4409758"/>
            <a:ext cx="9684545" cy="198871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9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69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25A25-5545-4DC3-82F0-B0FDAC671EBD}" type="datetime1">
              <a:rPr lang="es-ES" smtClean="0"/>
              <a:t>12/10/22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8620" y="0"/>
            <a:ext cx="8099801" cy="45321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35361" y="716679"/>
            <a:ext cx="2548466" cy="878042"/>
          </a:xfrm>
          <a:prstGeom prst="rect">
            <a:avLst/>
          </a:prstGeom>
        </p:spPr>
      </p:pic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4BFCA498-348C-4A5E-9EF5-B337E69E3111}"/>
              </a:ext>
            </a:extLst>
          </p:cNvPr>
          <p:cNvSpPr txBox="1">
            <a:spLocks/>
          </p:cNvSpPr>
          <p:nvPr userDrawn="1"/>
        </p:nvSpPr>
        <p:spPr>
          <a:xfrm>
            <a:off x="0" y="6422550"/>
            <a:ext cx="13835063" cy="46672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defPPr>
              <a:defRPr lang="es-ES"/>
            </a:defPPr>
            <a:lvl1pPr marL="0" algn="l" defTabSz="509412" rtl="0" eaLnBrk="1" latinLnBrk="0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09412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2400" dirty="0">
                <a:solidFill>
                  <a:schemeClr val="tx1"/>
                </a:solidFill>
              </a:rPr>
              <a:t>Semestre II</a:t>
            </a:r>
          </a:p>
        </p:txBody>
      </p: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9357" y="7328707"/>
            <a:ext cx="8099801" cy="45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8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1755" y="311638"/>
            <a:ext cx="10668503" cy="129698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CFD9-E906-4A4B-952A-0B18D04055BA}" type="datetime1">
              <a:rPr lang="es-ES" smtClean="0"/>
              <a:t>12/10/22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4A43F8F-EE3E-4CF8-8778-4D390B4923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9220" y="335644"/>
            <a:ext cx="2048314" cy="70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0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2875" y="5000611"/>
            <a:ext cx="11759804" cy="1545577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92875" y="3298312"/>
            <a:ext cx="11759804" cy="1702296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939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1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5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69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3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77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1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8F2F-B09A-4360-91A4-0970B48AAFB9}" type="datetime1">
              <a:rPr lang="es-ES" smtClean="0"/>
              <a:t>12/10/22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154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91754" y="1815786"/>
            <a:ext cx="6110486" cy="51357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032824" y="1815786"/>
            <a:ext cx="6110486" cy="51357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74F7-C1E2-463E-B987-CB30F12A832E}" type="datetime1">
              <a:rPr lang="es-ES" smtClean="0"/>
              <a:t>12/10/22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694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91754" y="1741927"/>
            <a:ext cx="6112888" cy="72595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396" indent="0">
              <a:buNone/>
              <a:defRPr sz="2200" b="1"/>
            </a:lvl2pPr>
            <a:lvl3pPr marL="1018793" indent="0">
              <a:buNone/>
              <a:defRPr sz="2000" b="1"/>
            </a:lvl3pPr>
            <a:lvl4pPr marL="1528191" indent="0">
              <a:buNone/>
              <a:defRPr sz="1800" b="1"/>
            </a:lvl4pPr>
            <a:lvl5pPr marL="2037587" indent="0">
              <a:buNone/>
              <a:defRPr sz="1800" b="1"/>
            </a:lvl5pPr>
            <a:lvl6pPr marL="2546984" indent="0">
              <a:buNone/>
              <a:defRPr sz="1800" b="1"/>
            </a:lvl6pPr>
            <a:lvl7pPr marL="3056381" indent="0">
              <a:buNone/>
              <a:defRPr sz="1800" b="1"/>
            </a:lvl7pPr>
            <a:lvl8pPr marL="3565779" indent="0">
              <a:buNone/>
              <a:defRPr sz="1800" b="1"/>
            </a:lvl8pPr>
            <a:lvl9pPr marL="4075175" indent="0">
              <a:buNone/>
              <a:defRPr sz="18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91754" y="2467879"/>
            <a:ext cx="6112888" cy="4483614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028021" y="1741927"/>
            <a:ext cx="6115290" cy="72595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396" indent="0">
              <a:buNone/>
              <a:defRPr sz="2200" b="1"/>
            </a:lvl2pPr>
            <a:lvl3pPr marL="1018793" indent="0">
              <a:buNone/>
              <a:defRPr sz="2000" b="1"/>
            </a:lvl3pPr>
            <a:lvl4pPr marL="1528191" indent="0">
              <a:buNone/>
              <a:defRPr sz="1800" b="1"/>
            </a:lvl4pPr>
            <a:lvl5pPr marL="2037587" indent="0">
              <a:buNone/>
              <a:defRPr sz="1800" b="1"/>
            </a:lvl5pPr>
            <a:lvl6pPr marL="2546984" indent="0">
              <a:buNone/>
              <a:defRPr sz="1800" b="1"/>
            </a:lvl6pPr>
            <a:lvl7pPr marL="3056381" indent="0">
              <a:buNone/>
              <a:defRPr sz="1800" b="1"/>
            </a:lvl7pPr>
            <a:lvl8pPr marL="3565779" indent="0">
              <a:buNone/>
              <a:defRPr sz="1800" b="1"/>
            </a:lvl8pPr>
            <a:lvl9pPr marL="4075175" indent="0">
              <a:buNone/>
              <a:defRPr sz="18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028021" y="2467879"/>
            <a:ext cx="6115290" cy="4483614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9CE3E-D85E-4C07-8DF3-EE81179FC87C}" type="datetime1">
              <a:rPr lang="es-ES" smtClean="0"/>
              <a:t>12/10/22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2936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8DCAB-65C6-4818-B03E-FEB86B5BD72A}" type="datetime1">
              <a:rPr lang="es-ES" smtClean="0"/>
              <a:t>12/10/22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677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C3DC4-CADC-432B-90E3-19D9DE894AD9}" type="datetime1">
              <a:rPr lang="es-ES" smtClean="0"/>
              <a:t>12/10/22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094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1756" y="309836"/>
            <a:ext cx="4551641" cy="131860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09125" y="309840"/>
            <a:ext cx="7734184" cy="6641657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91756" y="1628444"/>
            <a:ext cx="4551641" cy="5323053"/>
          </a:xfrm>
        </p:spPr>
        <p:txBody>
          <a:bodyPr/>
          <a:lstStyle>
            <a:lvl1pPr marL="0" indent="0">
              <a:buNone/>
              <a:defRPr sz="1600"/>
            </a:lvl1pPr>
            <a:lvl2pPr marL="509396" indent="0">
              <a:buNone/>
              <a:defRPr sz="1300"/>
            </a:lvl2pPr>
            <a:lvl3pPr marL="1018793" indent="0">
              <a:buNone/>
              <a:defRPr sz="1100"/>
            </a:lvl3pPr>
            <a:lvl4pPr marL="1528191" indent="0">
              <a:buNone/>
              <a:defRPr sz="1000"/>
            </a:lvl4pPr>
            <a:lvl5pPr marL="2037587" indent="0">
              <a:buNone/>
              <a:defRPr sz="1000"/>
            </a:lvl5pPr>
            <a:lvl6pPr marL="2546984" indent="0">
              <a:buNone/>
              <a:defRPr sz="1000"/>
            </a:lvl6pPr>
            <a:lvl7pPr marL="3056381" indent="0">
              <a:buNone/>
              <a:defRPr sz="1000"/>
            </a:lvl7pPr>
            <a:lvl8pPr marL="3565779" indent="0">
              <a:buNone/>
              <a:defRPr sz="1000"/>
            </a:lvl8pPr>
            <a:lvl9pPr marL="4075175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0F5A9-E6B8-4D75-B6F0-6363C62A9461}" type="datetime1">
              <a:rPr lang="es-ES" smtClean="0"/>
              <a:t>12/10/22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7748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11771" y="5447348"/>
            <a:ext cx="8301038" cy="643090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711771" y="695332"/>
            <a:ext cx="8301038" cy="4669155"/>
          </a:xfrm>
        </p:spPr>
        <p:txBody>
          <a:bodyPr/>
          <a:lstStyle>
            <a:lvl1pPr marL="0" indent="0">
              <a:buNone/>
              <a:defRPr sz="3600"/>
            </a:lvl1pPr>
            <a:lvl2pPr marL="509396" indent="0">
              <a:buNone/>
              <a:defRPr sz="3100"/>
            </a:lvl2pPr>
            <a:lvl3pPr marL="1018793" indent="0">
              <a:buNone/>
              <a:defRPr sz="2700"/>
            </a:lvl3pPr>
            <a:lvl4pPr marL="1528191" indent="0">
              <a:buNone/>
              <a:defRPr sz="2200"/>
            </a:lvl4pPr>
            <a:lvl5pPr marL="2037587" indent="0">
              <a:buNone/>
              <a:defRPr sz="2200"/>
            </a:lvl5pPr>
            <a:lvl6pPr marL="2546984" indent="0">
              <a:buNone/>
              <a:defRPr sz="2200"/>
            </a:lvl6pPr>
            <a:lvl7pPr marL="3056381" indent="0">
              <a:buNone/>
              <a:defRPr sz="2200"/>
            </a:lvl7pPr>
            <a:lvl8pPr marL="3565779" indent="0">
              <a:buNone/>
              <a:defRPr sz="2200"/>
            </a:lvl8pPr>
            <a:lvl9pPr marL="4075175" indent="0">
              <a:buNone/>
              <a:defRPr sz="22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711771" y="6090441"/>
            <a:ext cx="8301038" cy="913295"/>
          </a:xfrm>
        </p:spPr>
        <p:txBody>
          <a:bodyPr/>
          <a:lstStyle>
            <a:lvl1pPr marL="0" indent="0">
              <a:buNone/>
              <a:defRPr sz="1600"/>
            </a:lvl1pPr>
            <a:lvl2pPr marL="509396" indent="0">
              <a:buNone/>
              <a:defRPr sz="1300"/>
            </a:lvl2pPr>
            <a:lvl3pPr marL="1018793" indent="0">
              <a:buNone/>
              <a:defRPr sz="1100"/>
            </a:lvl3pPr>
            <a:lvl4pPr marL="1528191" indent="0">
              <a:buNone/>
              <a:defRPr sz="1000"/>
            </a:lvl4pPr>
            <a:lvl5pPr marL="2037587" indent="0">
              <a:buNone/>
              <a:defRPr sz="1000"/>
            </a:lvl5pPr>
            <a:lvl6pPr marL="2546984" indent="0">
              <a:buNone/>
              <a:defRPr sz="1000"/>
            </a:lvl6pPr>
            <a:lvl7pPr marL="3056381" indent="0">
              <a:buNone/>
              <a:defRPr sz="1000"/>
            </a:lvl7pPr>
            <a:lvl8pPr marL="3565779" indent="0">
              <a:buNone/>
              <a:defRPr sz="1000"/>
            </a:lvl8pPr>
            <a:lvl9pPr marL="4075175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E2EF4-72E9-446C-B6F6-A2528C8C469D}" type="datetime1">
              <a:rPr lang="es-ES" smtClean="0"/>
              <a:t>12/10/22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518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0D30-77A6-428E-A786-7D3A7FF1AFD9}" type="datetime1">
              <a:rPr lang="es-ES" smtClean="0"/>
              <a:t>12/10/22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886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030422" y="311642"/>
            <a:ext cx="3112889" cy="663985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91755" y="311642"/>
            <a:ext cx="9108083" cy="663985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9518D-84EB-452F-B513-69E23E37C6C5}" type="datetime1">
              <a:rPr lang="es-ES" smtClean="0"/>
              <a:t>12/10/22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294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91755" y="311638"/>
            <a:ext cx="12451557" cy="1296988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91755" y="1815786"/>
            <a:ext cx="12451557" cy="5135711"/>
          </a:xfrm>
          <a:prstGeom prst="rect">
            <a:avLst/>
          </a:prstGeom>
        </p:spPr>
        <p:txBody>
          <a:bodyPr vert="horz" lIns="101882" tIns="50941" rIns="101882" bIns="50941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91754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3FFE4-C8E7-42C6-B2A3-B6F9AD8D08AE}" type="datetime1">
              <a:rPr lang="es-ES" smtClean="0"/>
              <a:t>12/10/22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726980" y="7212695"/>
            <a:ext cx="4381104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915129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A54BD-AC63-BC40-87B5-8F267BC056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94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509396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048" indent="-382048" algn="l" defTabSz="509396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7770" indent="-318374" algn="l" defTabSz="509396" rtl="0" eaLnBrk="1" latinLnBrk="0" hangingPunct="1">
        <a:spcBef>
          <a:spcPct val="20000"/>
        </a:spcBef>
        <a:buFont typeface="Arial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3492" indent="-254698" algn="l" defTabSz="509396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2889" indent="-254698" algn="l" defTabSz="509396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2286" indent="-254698" algn="l" defTabSz="509396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1683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080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477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29874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396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793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191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587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984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381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779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175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Base de Datos</a:t>
            </a:r>
            <a:b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Ingeniería Civil Informática.</a:t>
            </a: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Carlos Andrés Castro Bustamante</a:t>
            </a:r>
          </a:p>
          <a:p>
            <a:r>
              <a:rPr lang="es-CL" dirty="0"/>
              <a:t>ccastrob@ucm.cl</a:t>
            </a:r>
          </a:p>
          <a:p>
            <a:endParaRPr lang="es-CL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532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335B9-220B-8840-9369-9CAE5A625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Resultado de Aprendizaje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8809FD-94C1-0B43-A20E-A21D968E5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755" y="1815786"/>
            <a:ext cx="12451557" cy="5135711"/>
          </a:xfrm>
        </p:spPr>
        <p:txBody>
          <a:bodyPr/>
          <a:lstStyle/>
          <a:p>
            <a:r>
              <a:rPr lang="es-CL" dirty="0"/>
              <a:t>Aplicar los conocimientos básicos de administración de bases de datos (user, commit, rollback, definición de tablas de sistemas, bases de datos distribuidas). 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E4C5DC-1D47-4645-B382-87971E1F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2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2B9DF2-C00F-BD49-8E09-CCFD03875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948" y="3679821"/>
            <a:ext cx="3271676" cy="327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84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 PL/SQL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s-ES" b="1" dirty="0"/>
              <a:t>Definición </a:t>
            </a:r>
          </a:p>
          <a:p>
            <a:pPr lvl="1" algn="just">
              <a:lnSpc>
                <a:spcPct val="120000"/>
              </a:lnSpc>
            </a:pPr>
            <a:r>
              <a:rPr lang="es-ES" dirty="0"/>
              <a:t>Una secuencia es un objeto de base de datos a partir del cual varios usuarios pueden generar enteros únicos. </a:t>
            </a:r>
          </a:p>
          <a:p>
            <a:pPr lvl="1" algn="just">
              <a:lnSpc>
                <a:spcPct val="120000"/>
              </a:lnSpc>
            </a:pPr>
            <a:r>
              <a:rPr lang="es-ES" dirty="0"/>
              <a:t>Puede utilizar secuencias para generar automáticamente valores de clave primaria.</a:t>
            </a:r>
          </a:p>
          <a:p>
            <a:pPr lvl="1" algn="just">
              <a:lnSpc>
                <a:spcPct val="120000"/>
              </a:lnSpc>
            </a:pPr>
            <a:r>
              <a:rPr lang="es-ES" dirty="0"/>
              <a:t>Cuando se genera un número de secuencia, la secuencia se incrementa, independientemente de que la transacción se confirme o retroceda. </a:t>
            </a:r>
          </a:p>
          <a:p>
            <a:pPr lvl="1" algn="just">
              <a:lnSpc>
                <a:spcPct val="120000"/>
              </a:lnSpc>
            </a:pPr>
            <a:r>
              <a:rPr lang="es-ES" dirty="0"/>
              <a:t>Si dos usuarios incrementan simultáneamente la misma secuencia, entonces los números de secuencia que adquiere cada usuario pueden tener espacios, porque los números de secuencia los genera el otro usuario. </a:t>
            </a:r>
          </a:p>
        </p:txBody>
      </p:sp>
    </p:spTree>
    <p:extLst>
      <p:ext uri="{BB962C8B-B14F-4D97-AF65-F5344CB8AC3E}">
        <p14:creationId xmlns:p14="http://schemas.microsoft.com/office/powerpoint/2010/main" val="274090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 PL/SQL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 b="1" dirty="0"/>
              <a:t>Definición </a:t>
            </a:r>
          </a:p>
          <a:p>
            <a:pPr lvl="1" algn="just">
              <a:lnSpc>
                <a:spcPct val="120000"/>
              </a:lnSpc>
            </a:pPr>
            <a:r>
              <a:rPr lang="es-ES" dirty="0"/>
              <a:t>Un usuario nunca puede adquirir el número de secuencia generado por otro usuario. Después de que un usuario genera un valor de secuencia, ese usuario puede continuar accediendo a ese valor sin importar si la secuencia es incrementada por otro usuario.</a:t>
            </a:r>
          </a:p>
          <a:p>
            <a:pPr lvl="1" algn="just">
              <a:lnSpc>
                <a:spcPct val="120000"/>
              </a:lnSpc>
            </a:pPr>
            <a:r>
              <a:rPr lang="es-ES" dirty="0"/>
              <a:t>Los números de secuencia se generan independientemente de las tablas, por lo que la misma secuencia se puede utilizar para una o varias tablas. </a:t>
            </a:r>
          </a:p>
          <a:p>
            <a:pPr lvl="1" algn="just">
              <a:lnSpc>
                <a:spcPct val="120000"/>
              </a:lnSpc>
            </a:pPr>
            <a:r>
              <a:rPr lang="es-ES" dirty="0"/>
              <a:t>Es posible que parezca que se omiten números de secuencia individuales, porque se generaron y usaron en una transacción que finalmente se revirtió. </a:t>
            </a:r>
          </a:p>
          <a:p>
            <a:pPr lvl="1" algn="just">
              <a:lnSpc>
                <a:spcPct val="120000"/>
              </a:lnSpc>
            </a:pPr>
            <a:r>
              <a:rPr lang="es-ES" dirty="0"/>
              <a:t>Además, es posible que un solo usuario no se dé cuenta de que otros usuarios están extrayendo de la misma secuencia.</a:t>
            </a:r>
          </a:p>
        </p:txBody>
      </p:sp>
    </p:spTree>
    <p:extLst>
      <p:ext uri="{BB962C8B-B14F-4D97-AF65-F5344CB8AC3E}">
        <p14:creationId xmlns:p14="http://schemas.microsoft.com/office/powerpoint/2010/main" val="591371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 PL/SQL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Uso de la Secuencia</a:t>
            </a:r>
          </a:p>
          <a:p>
            <a:pPr lvl="1"/>
            <a:r>
              <a:rPr lang="es-ES" dirty="0"/>
              <a:t>Después de crear una secuencia, puede acceder a sus valores en instrucciones SQL con la </a:t>
            </a:r>
            <a:r>
              <a:rPr lang="es-ES" dirty="0" err="1"/>
              <a:t>pseudocolumna</a:t>
            </a:r>
            <a:r>
              <a:rPr lang="es-ES" dirty="0"/>
              <a:t> CURRVAL, que devuelve el valor actual de la secuencia, o la </a:t>
            </a:r>
            <a:r>
              <a:rPr lang="es-ES" dirty="0" err="1"/>
              <a:t>pseudocolumna</a:t>
            </a:r>
            <a:r>
              <a:rPr lang="es-ES" dirty="0"/>
              <a:t> NEXTVAL, que incrementa la secuencia y devuelve el nuevo valor.</a:t>
            </a:r>
          </a:p>
          <a:p>
            <a:pPr lvl="1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47556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 PL/SQL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b="1" dirty="0"/>
              <a:t>Estructura</a:t>
            </a:r>
          </a:p>
          <a:p>
            <a:pPr marL="518785" lvl="1" indent="0">
              <a:lnSpc>
                <a:spcPct val="120000"/>
              </a:lnSpc>
              <a:buNone/>
            </a:pPr>
            <a:r>
              <a:rPr lang="es-ES" dirty="0" err="1"/>
              <a:t>create</a:t>
            </a:r>
            <a:r>
              <a:rPr lang="es-ES" dirty="0"/>
              <a:t> </a:t>
            </a:r>
            <a:r>
              <a:rPr lang="es-ES" dirty="0" err="1"/>
              <a:t>sequence</a:t>
            </a:r>
            <a:r>
              <a:rPr lang="es-ES" dirty="0"/>
              <a:t> NOMBRESECUENCIA</a:t>
            </a:r>
          </a:p>
          <a:p>
            <a:pPr marL="518785" lvl="1" indent="0">
              <a:lnSpc>
                <a:spcPct val="120000"/>
              </a:lnSpc>
              <a:buNone/>
            </a:pPr>
            <a:r>
              <a:rPr lang="es-ES" dirty="0"/>
              <a:t>  </a:t>
            </a:r>
            <a:r>
              <a:rPr lang="es-ES" dirty="0" err="1"/>
              <a:t>start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VALORENTERO</a:t>
            </a:r>
          </a:p>
          <a:p>
            <a:pPr marL="518785" lvl="1" indent="0">
              <a:lnSpc>
                <a:spcPct val="120000"/>
              </a:lnSpc>
              <a:buNone/>
            </a:pPr>
            <a:r>
              <a:rPr lang="es-ES" dirty="0"/>
              <a:t>  </a:t>
            </a:r>
            <a:r>
              <a:rPr lang="es-ES" dirty="0" err="1"/>
              <a:t>increment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VALORENTERO</a:t>
            </a:r>
          </a:p>
          <a:p>
            <a:pPr marL="518785" lvl="1" indent="0">
              <a:lnSpc>
                <a:spcPct val="120000"/>
              </a:lnSpc>
              <a:buNone/>
            </a:pPr>
            <a:r>
              <a:rPr lang="es-ES" dirty="0"/>
              <a:t>  </a:t>
            </a:r>
            <a:r>
              <a:rPr lang="es-ES" dirty="0" err="1"/>
              <a:t>maxvalue</a:t>
            </a:r>
            <a:r>
              <a:rPr lang="es-ES" dirty="0"/>
              <a:t> VALORENTERO</a:t>
            </a:r>
          </a:p>
          <a:p>
            <a:pPr marL="518785" lvl="1" indent="0">
              <a:lnSpc>
                <a:spcPct val="120000"/>
              </a:lnSpc>
              <a:buNone/>
            </a:pPr>
            <a:r>
              <a:rPr lang="es-ES" dirty="0"/>
              <a:t>  </a:t>
            </a:r>
            <a:r>
              <a:rPr lang="es-ES" dirty="0" err="1"/>
              <a:t>minvalue</a:t>
            </a:r>
            <a:r>
              <a:rPr lang="es-ES" dirty="0"/>
              <a:t> VALORENTERO</a:t>
            </a:r>
          </a:p>
          <a:p>
            <a:pPr marL="518785" lvl="1" indent="0">
              <a:lnSpc>
                <a:spcPct val="120000"/>
              </a:lnSpc>
              <a:buNone/>
            </a:pPr>
            <a:r>
              <a:rPr lang="es-ES" dirty="0"/>
              <a:t>  </a:t>
            </a:r>
            <a:r>
              <a:rPr lang="es-ES" dirty="0" err="1"/>
              <a:t>cycle</a:t>
            </a:r>
            <a:r>
              <a:rPr lang="es-ES" dirty="0"/>
              <a:t> | </a:t>
            </a:r>
            <a:r>
              <a:rPr lang="es-ES" dirty="0" err="1"/>
              <a:t>nocycle</a:t>
            </a:r>
            <a:r>
              <a:rPr lang="es-E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9011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 PL/SQL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dirty="0"/>
              <a:t>Elementos de la estructura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La cláusula "</a:t>
            </a:r>
            <a:r>
              <a:rPr lang="es-ES" dirty="0" err="1"/>
              <a:t>start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" indica el valor desde el cual comenzará la generación de números secuenciales. Si no se especifica, se inicia con el valor que indique "</a:t>
            </a:r>
            <a:r>
              <a:rPr lang="es-ES" dirty="0" err="1"/>
              <a:t>minvalue</a:t>
            </a:r>
            <a:r>
              <a:rPr lang="es-ES" dirty="0"/>
              <a:t>".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La cláusula "</a:t>
            </a:r>
            <a:r>
              <a:rPr lang="es-ES" dirty="0" err="1"/>
              <a:t>increment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" especifica el incremento, es decir, la diferencia entre los números de la secuencia; debe ser un valor numérico entero positivo o negativo diferente de 0. Si no se indica, por defecto es 1.</a:t>
            </a:r>
          </a:p>
        </p:txBody>
      </p:sp>
    </p:spTree>
    <p:extLst>
      <p:ext uri="{BB962C8B-B14F-4D97-AF65-F5344CB8AC3E}">
        <p14:creationId xmlns:p14="http://schemas.microsoft.com/office/powerpoint/2010/main" val="2642418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 PL/SQL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dirty="0"/>
              <a:t>Elementos de la estructura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"</a:t>
            </a:r>
            <a:r>
              <a:rPr lang="es-ES" dirty="0" err="1"/>
              <a:t>maxvalue</a:t>
            </a:r>
            <a:r>
              <a:rPr lang="es-ES" dirty="0"/>
              <a:t>" define el valor máximo para la secuencia. Si se omite, por defecto es 99999999999999999999999999.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"</a:t>
            </a:r>
            <a:r>
              <a:rPr lang="es-ES" dirty="0" err="1"/>
              <a:t>minvalue</a:t>
            </a:r>
            <a:r>
              <a:rPr lang="es-ES" dirty="0"/>
              <a:t>" establece el valor mínimo de la secuencia. Si se omite será 1.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La cláusula "</a:t>
            </a:r>
            <a:r>
              <a:rPr lang="es-ES" dirty="0" err="1"/>
              <a:t>cycle</a:t>
            </a:r>
            <a:r>
              <a:rPr lang="es-ES" dirty="0"/>
              <a:t>" indica que, cuando la secuencia llegue a máximo valor (valor de "</a:t>
            </a:r>
            <a:r>
              <a:rPr lang="es-ES" dirty="0" err="1"/>
              <a:t>maxvalue</a:t>
            </a:r>
            <a:r>
              <a:rPr lang="es-ES" dirty="0"/>
              <a:t>") se reinicie, comenzando con el mínimo valor ("</a:t>
            </a:r>
            <a:r>
              <a:rPr lang="es-ES" dirty="0" err="1"/>
              <a:t>minvalue</a:t>
            </a:r>
            <a:r>
              <a:rPr lang="es-ES" dirty="0"/>
              <a:t>") nuevamente, es decir, la secuencia vuelve a utilizar los números. Si se omite, por defecto la secuencia se crea "</a:t>
            </a:r>
            <a:r>
              <a:rPr lang="es-ES" dirty="0" err="1"/>
              <a:t>nocycle</a:t>
            </a:r>
            <a:r>
              <a:rPr lang="es-ES" dirty="0"/>
              <a:t>".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98108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 PL/SQL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b="1" dirty="0"/>
              <a:t>Ejemplo</a:t>
            </a:r>
          </a:p>
          <a:p>
            <a:pPr lvl="1" algn="just">
              <a:lnSpc>
                <a:spcPct val="120000"/>
              </a:lnSpc>
            </a:pPr>
            <a:r>
              <a:rPr lang="es-ES" dirty="0"/>
              <a:t>Escribir una secuencia que se encargue de generar la clave primaria de la tabla estudiantes.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351" y="4218033"/>
            <a:ext cx="5728361" cy="176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14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 PL/SQL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b="1" dirty="0"/>
              <a:t>Cómo usarlas</a:t>
            </a:r>
          </a:p>
          <a:p>
            <a:pPr lvl="1">
              <a:lnSpc>
                <a:spcPct val="120000"/>
              </a:lnSpc>
            </a:pPr>
            <a:r>
              <a:rPr lang="es-ES" dirty="0"/>
              <a:t>Como las secuencias son tablas; se accede a ellas mediante consultas, empleando "</a:t>
            </a:r>
            <a:r>
              <a:rPr lang="es-ES" dirty="0" err="1"/>
              <a:t>select</a:t>
            </a:r>
            <a:r>
              <a:rPr lang="es-ES" dirty="0"/>
              <a:t>". La diferencia es que utilizamos </a:t>
            </a:r>
            <a:r>
              <a:rPr lang="es-ES" dirty="0" err="1"/>
              <a:t>pseudocolumnas</a:t>
            </a:r>
            <a:r>
              <a:rPr lang="es-ES" dirty="0"/>
              <a:t> para recuperar el valor actual y el siguiente de la secuencia. </a:t>
            </a:r>
          </a:p>
          <a:p>
            <a:pPr lvl="1">
              <a:lnSpc>
                <a:spcPct val="120000"/>
              </a:lnSpc>
            </a:pPr>
            <a:r>
              <a:rPr lang="es-ES" dirty="0"/>
              <a:t>Estas </a:t>
            </a:r>
            <a:r>
              <a:rPr lang="es-ES" dirty="0" err="1"/>
              <a:t>pseudocolumnas</a:t>
            </a:r>
            <a:r>
              <a:rPr lang="es-ES" dirty="0"/>
              <a:t> pueden incluirse en el "</a:t>
            </a:r>
            <a:r>
              <a:rPr lang="es-ES" dirty="0" err="1"/>
              <a:t>from</a:t>
            </a:r>
            <a:r>
              <a:rPr lang="es-ES" dirty="0"/>
              <a:t>" de una consulta a otra tabla o de la tabla "dual".</a:t>
            </a:r>
          </a:p>
        </p:txBody>
      </p:sp>
    </p:spTree>
    <p:extLst>
      <p:ext uri="{BB962C8B-B14F-4D97-AF65-F5344CB8AC3E}">
        <p14:creationId xmlns:p14="http://schemas.microsoft.com/office/powerpoint/2010/main" val="1669388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 PL/SQL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 b="1" dirty="0"/>
              <a:t>Cómo usarlas</a:t>
            </a:r>
          </a:p>
          <a:p>
            <a:pPr lvl="1">
              <a:lnSpc>
                <a:spcPct val="120000"/>
              </a:lnSpc>
            </a:pPr>
            <a:r>
              <a:rPr lang="es-ES" dirty="0"/>
              <a:t>Para recuperar los valores de una secuencia empleamos las </a:t>
            </a:r>
            <a:r>
              <a:rPr lang="es-ES" dirty="0" err="1"/>
              <a:t>pseudocolumnas</a:t>
            </a:r>
            <a:r>
              <a:rPr lang="es-ES" dirty="0"/>
              <a:t> "</a:t>
            </a:r>
            <a:r>
              <a:rPr lang="es-ES" dirty="0" err="1"/>
              <a:t>currval</a:t>
            </a:r>
            <a:r>
              <a:rPr lang="es-ES" dirty="0"/>
              <a:t>" y "</a:t>
            </a:r>
            <a:r>
              <a:rPr lang="es-ES" dirty="0" err="1"/>
              <a:t>nextval</a:t>
            </a:r>
            <a:r>
              <a:rPr lang="es-ES" dirty="0"/>
              <a:t>".</a:t>
            </a:r>
          </a:p>
          <a:p>
            <a:pPr lvl="1">
              <a:lnSpc>
                <a:spcPct val="120000"/>
              </a:lnSpc>
            </a:pPr>
            <a:r>
              <a:rPr lang="es-ES" dirty="0"/>
              <a:t>Primero debe inicializarse la secuencia con "</a:t>
            </a:r>
            <a:r>
              <a:rPr lang="es-ES" dirty="0" err="1"/>
              <a:t>nextval</a:t>
            </a:r>
            <a:r>
              <a:rPr lang="es-ES" dirty="0"/>
              <a:t>". La primera vez que se referencia "</a:t>
            </a:r>
            <a:r>
              <a:rPr lang="es-ES" dirty="0" err="1"/>
              <a:t>nextval</a:t>
            </a:r>
            <a:r>
              <a:rPr lang="es-ES" dirty="0"/>
              <a:t>" retorna el valor de inicio de la secuencia; las siguientes veces, incrementa la secuencia y nos retorna el nuevo valor:</a:t>
            </a:r>
          </a:p>
          <a:p>
            <a:pPr lvl="2">
              <a:lnSpc>
                <a:spcPct val="120000"/>
              </a:lnSpc>
            </a:pPr>
            <a:r>
              <a:rPr lang="es-ES" b="1" dirty="0"/>
              <a:t>NOMBRESECUENCIA.NEXTVAL;</a:t>
            </a:r>
          </a:p>
          <a:p>
            <a:pPr lvl="1">
              <a:lnSpc>
                <a:spcPct val="120000"/>
              </a:lnSpc>
            </a:pPr>
            <a:r>
              <a:rPr lang="es-ES" dirty="0"/>
              <a:t>se coloca el nombre de la secuencia seguido de un punto y la </a:t>
            </a:r>
            <a:r>
              <a:rPr lang="es-ES" dirty="0" err="1"/>
              <a:t>pseudocolumna</a:t>
            </a:r>
            <a:r>
              <a:rPr lang="es-ES" dirty="0"/>
              <a:t> "</a:t>
            </a:r>
            <a:r>
              <a:rPr lang="es-ES" dirty="0" err="1"/>
              <a:t>nextval</a:t>
            </a:r>
            <a:r>
              <a:rPr lang="es-ES" dirty="0"/>
              <a:t>" (que es una forma abreviada de "</a:t>
            </a:r>
            <a:r>
              <a:rPr lang="es-ES" dirty="0" err="1"/>
              <a:t>next</a:t>
            </a:r>
            <a:r>
              <a:rPr lang="es-ES" dirty="0"/>
              <a:t> </a:t>
            </a:r>
            <a:r>
              <a:rPr lang="es-ES" dirty="0" err="1"/>
              <a:t>value</a:t>
            </a:r>
            <a:r>
              <a:rPr lang="es-ES" dirty="0"/>
              <a:t>", siguiente valor).</a:t>
            </a:r>
          </a:p>
          <a:p>
            <a:pPr lvl="1">
              <a:lnSpc>
                <a:spcPct val="120000"/>
              </a:lnSpc>
            </a:pPr>
            <a:r>
              <a:rPr lang="es-ES" dirty="0"/>
              <a:t>Para recuperar el valor actual de una secuencia usamos:</a:t>
            </a:r>
          </a:p>
          <a:p>
            <a:pPr lvl="2">
              <a:lnSpc>
                <a:spcPct val="120000"/>
              </a:lnSpc>
            </a:pPr>
            <a:r>
              <a:rPr lang="es-ES" b="1" dirty="0"/>
              <a:t>NOMBRESECUENCIA.CURRVAL;</a:t>
            </a:r>
          </a:p>
        </p:txBody>
      </p:sp>
    </p:spTree>
    <p:extLst>
      <p:ext uri="{BB962C8B-B14F-4D97-AF65-F5344CB8AC3E}">
        <p14:creationId xmlns:p14="http://schemas.microsoft.com/office/powerpoint/2010/main" val="4283841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 PL/SQL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b="1" dirty="0"/>
              <a:t>Borrado</a:t>
            </a:r>
          </a:p>
          <a:p>
            <a:pPr lvl="1">
              <a:lnSpc>
                <a:spcPct val="120000"/>
              </a:lnSpc>
            </a:pPr>
            <a:r>
              <a:rPr lang="es-ES" dirty="0"/>
              <a:t>Para quitar una secuencia de la parte del servidor, utilizando SQL*Plus, ejecutar el comando DROP FUNCTION.</a:t>
            </a:r>
          </a:p>
          <a:p>
            <a:pPr lvl="1">
              <a:lnSpc>
                <a:spcPct val="120000"/>
              </a:lnSpc>
            </a:pPr>
            <a:r>
              <a:rPr lang="es-ES" dirty="0"/>
              <a:t>Sintaxis: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198" y="4670606"/>
            <a:ext cx="8846437" cy="71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99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TAREA – EN CLASES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s-ES" dirty="0"/>
              <a:t>Cada estudiante debe crear una secuencia, pensada en generar la clave primaria la tabla usuarios que hemos estado trabajando.</a:t>
            </a:r>
          </a:p>
          <a:p>
            <a:pPr>
              <a:lnSpc>
                <a:spcPct val="110000"/>
              </a:lnSpc>
            </a:pPr>
            <a:endParaRPr lang="es-ES" dirty="0"/>
          </a:p>
          <a:p>
            <a:pPr>
              <a:lnSpc>
                <a:spcPct val="110000"/>
              </a:lnSpc>
            </a:pPr>
            <a:r>
              <a:rPr lang="es-ES" dirty="0"/>
              <a:t>Se puede mezclar una secuencia con un procedimiento almacenado de </a:t>
            </a:r>
            <a:r>
              <a:rPr lang="es-ES" dirty="0" err="1"/>
              <a:t>insert</a:t>
            </a:r>
            <a:r>
              <a:rPr lang="es-ES" dirty="0"/>
              <a:t>?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SI</a:t>
            </a:r>
          </a:p>
          <a:p>
            <a:pPr lvl="1">
              <a:lnSpc>
                <a:spcPct val="110000"/>
              </a:lnSpc>
            </a:pPr>
            <a:endParaRPr lang="es-ES" dirty="0"/>
          </a:p>
          <a:p>
            <a:pPr>
              <a:lnSpc>
                <a:spcPct val="110000"/>
              </a:lnSpc>
            </a:pPr>
            <a:r>
              <a:rPr lang="es-ES" dirty="0"/>
              <a:t>Cada estudiante debe crear un procedimiento almacenado para la tabla </a:t>
            </a:r>
            <a:r>
              <a:rPr lang="es-ES" dirty="0" err="1"/>
              <a:t>xxxx_usuario</a:t>
            </a:r>
            <a:r>
              <a:rPr lang="es-ES" dirty="0"/>
              <a:t>, el cual debe encargarse de insertar datos en dicha tabla, considerando la creación de una secuencia, que se encargue de cargar la clave primaria de dicha tabla.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385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Preguntas</a:t>
            </a:r>
          </a:p>
        </p:txBody>
      </p:sp>
      <p:pic>
        <p:nvPicPr>
          <p:cNvPr id="4098" name="Picture 2" descr="http://1.bp.blogspot.com/-UcYAOb-TVhE/UPW3rKZPhnI/AAAAAAAAAGI/bLygTk07kAY/s1600/face_question_mark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49677" y="1815784"/>
            <a:ext cx="5135711" cy="5135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9584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10056</TotalTime>
  <Words>837</Words>
  <Application>Microsoft Macintosh PowerPoint</Application>
  <PresentationFormat>Personalizado</PresentationFormat>
  <Paragraphs>67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Tema de Office</vt:lpstr>
      <vt:lpstr>Base de Datos Ingeniería Civil Informática.</vt:lpstr>
      <vt:lpstr>Resultado de Aprendizaje</vt:lpstr>
      <vt:lpstr>Secuencia PL/SQL</vt:lpstr>
      <vt:lpstr>Secuencia PL/SQL</vt:lpstr>
      <vt:lpstr>Secuencia PL/SQL</vt:lpstr>
      <vt:lpstr>Secuencia PL/SQL</vt:lpstr>
      <vt:lpstr>Secuencia PL/SQL</vt:lpstr>
      <vt:lpstr>Secuencia PL/SQL</vt:lpstr>
      <vt:lpstr>Secuencia PL/SQL</vt:lpstr>
      <vt:lpstr>Secuencia PL/SQL</vt:lpstr>
      <vt:lpstr>Secuencia PL/SQL</vt:lpstr>
      <vt:lpstr>Secuencia PL/SQL</vt:lpstr>
      <vt:lpstr>TAREA – EN CLASES</vt:lpstr>
      <vt:lpstr>Preguntas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Laboratorio: Programación aplicada a la resolución de problemas de Ingeniería</dc:title>
  <dc:creator>Eric</dc:creator>
  <cp:lastModifiedBy>Microsoft Office User</cp:lastModifiedBy>
  <cp:revision>286</cp:revision>
  <dcterms:created xsi:type="dcterms:W3CDTF">2020-04-15T04:11:33Z</dcterms:created>
  <dcterms:modified xsi:type="dcterms:W3CDTF">2022-10-12T18:42:52Z</dcterms:modified>
</cp:coreProperties>
</file>