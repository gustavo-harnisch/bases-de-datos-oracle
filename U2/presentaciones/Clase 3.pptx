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513" r:id="rId2"/>
    <p:sldId id="581" r:id="rId3"/>
    <p:sldId id="582" r:id="rId4"/>
    <p:sldId id="583" r:id="rId5"/>
    <p:sldId id="584" r:id="rId6"/>
    <p:sldId id="585" r:id="rId7"/>
    <p:sldId id="586" r:id="rId8"/>
    <p:sldId id="535" r:id="rId9"/>
  </p:sldIdLst>
  <p:sldSz cx="13835063" cy="7781925"/>
  <p:notesSz cx="6858000" cy="9144000"/>
  <p:defaultTextStyle>
    <a:defPPr>
      <a:defRPr lang="es-ES"/>
    </a:defPPr>
    <a:lvl1pPr marL="0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51" userDrawn="1">
          <p15:clr>
            <a:srgbClr val="A4A3A4"/>
          </p15:clr>
        </p15:guide>
        <p15:guide id="2" pos="43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38D"/>
    <a:srgbClr val="3A4A6A"/>
    <a:srgbClr val="385D8B"/>
    <a:srgbClr val="ACE946"/>
    <a:srgbClr val="6633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59" autoAdjust="0"/>
    <p:restoredTop sz="93091" autoAdjust="0"/>
  </p:normalViewPr>
  <p:slideViewPr>
    <p:cSldViewPr snapToGrid="0" snapToObjects="1">
      <p:cViewPr varScale="1">
        <p:scale>
          <a:sx n="56" d="100"/>
          <a:sy n="56" d="100"/>
        </p:scale>
        <p:origin x="712" y="52"/>
      </p:cViewPr>
      <p:guideLst>
        <p:guide orient="horz" pos="2451"/>
        <p:guide pos="435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OFHER ANDRES ROJAS ROJAS" userId="ff4a2ee5-b92d-4cf2-97fa-1b800dd1f1dd" providerId="ADAL" clId="{41A92D29-8BD5-40EA-B071-4A942BDDCEE0}"/>
    <pc:docChg chg="undo custSel addSld delSld modSld">
      <pc:chgData name="CRISTOFHER ANDRES ROJAS ROJAS" userId="ff4a2ee5-b92d-4cf2-97fa-1b800dd1f1dd" providerId="ADAL" clId="{41A92D29-8BD5-40EA-B071-4A942BDDCEE0}" dt="2020-04-22T09:38:19.948" v="1273" actId="47"/>
      <pc:docMkLst>
        <pc:docMk/>
      </pc:docMkLst>
      <pc:sldChg chg="modSp">
        <pc:chgData name="CRISTOFHER ANDRES ROJAS ROJAS" userId="ff4a2ee5-b92d-4cf2-97fa-1b800dd1f1dd" providerId="ADAL" clId="{41A92D29-8BD5-40EA-B071-4A942BDDCEE0}" dt="2020-04-22T08:53:20.797" v="38" actId="20577"/>
        <pc:sldMkLst>
          <pc:docMk/>
          <pc:sldMk cId="2505037563" sldId="256"/>
        </pc:sldMkLst>
        <pc:spChg chg="mod">
          <ac:chgData name="CRISTOFHER ANDRES ROJAS ROJAS" userId="ff4a2ee5-b92d-4cf2-97fa-1b800dd1f1dd" providerId="ADAL" clId="{41A92D29-8BD5-40EA-B071-4A942BDDCEE0}" dt="2020-04-22T08:53:20.797" v="38" actId="20577"/>
          <ac:spMkLst>
            <pc:docMk/>
            <pc:sldMk cId="2505037563" sldId="256"/>
            <ac:spMk id="8" creationId="{4B3C8749-A33F-49FE-B61E-25BC4F1F402D}"/>
          </ac:spMkLst>
        </pc:spChg>
      </pc:sldChg>
      <pc:sldChg chg="delSp modSp modAnim">
        <pc:chgData name="CRISTOFHER ANDRES ROJAS ROJAS" userId="ff4a2ee5-b92d-4cf2-97fa-1b800dd1f1dd" providerId="ADAL" clId="{41A92D29-8BD5-40EA-B071-4A942BDDCEE0}" dt="2020-04-22T09:04:29.912" v="482"/>
        <pc:sldMkLst>
          <pc:docMk/>
          <pc:sldMk cId="1682723415" sldId="257"/>
        </pc:sldMkLst>
        <pc:spChg chg="mod">
          <ac:chgData name="CRISTOFHER ANDRES ROJAS ROJAS" userId="ff4a2ee5-b92d-4cf2-97fa-1b800dd1f1dd" providerId="ADAL" clId="{41A92D29-8BD5-40EA-B071-4A942BDDCEE0}" dt="2020-04-22T09:04:26.947" v="481" actId="5793"/>
          <ac:spMkLst>
            <pc:docMk/>
            <pc:sldMk cId="1682723415" sldId="257"/>
            <ac:spMk id="3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00:58.523" v="390" actId="20577"/>
          <ac:spMkLst>
            <pc:docMk/>
            <pc:sldMk cId="1682723415" sldId="257"/>
            <ac:spMk id="9" creationId="{7657357B-CCE3-49B3-BAC6-B043C23EBB0D}"/>
          </ac:spMkLst>
        </pc:spChg>
        <pc:picChg chg="del">
          <ac:chgData name="CRISTOFHER ANDRES ROJAS ROJAS" userId="ff4a2ee5-b92d-4cf2-97fa-1b800dd1f1dd" providerId="ADAL" clId="{41A92D29-8BD5-40EA-B071-4A942BDDCEE0}" dt="2020-04-22T08:55:39.796" v="138" actId="478"/>
          <ac:picMkLst>
            <pc:docMk/>
            <pc:sldMk cId="1682723415" sldId="257"/>
            <ac:picMk id="2050" creationId="{EA2EA1A3-8C8E-48F3-B74B-E3391C7938B4}"/>
          </ac:picMkLst>
        </pc:picChg>
      </pc:sldChg>
      <pc:sldChg chg="modSp modAnim">
        <pc:chgData name="CRISTOFHER ANDRES ROJAS ROJAS" userId="ff4a2ee5-b92d-4cf2-97fa-1b800dd1f1dd" providerId="ADAL" clId="{41A92D29-8BD5-40EA-B071-4A942BDDCEE0}" dt="2020-04-22T09:08:26.083" v="562" actId="20577"/>
        <pc:sldMkLst>
          <pc:docMk/>
          <pc:sldMk cId="2707598819" sldId="260"/>
        </pc:sldMkLst>
        <pc:spChg chg="mod">
          <ac:chgData name="CRISTOFHER ANDRES ROJAS ROJAS" userId="ff4a2ee5-b92d-4cf2-97fa-1b800dd1f1dd" providerId="ADAL" clId="{41A92D29-8BD5-40EA-B071-4A942BDDCEE0}" dt="2020-04-22T09:08:26.083" v="562" actId="20577"/>
          <ac:spMkLst>
            <pc:docMk/>
            <pc:sldMk cId="2707598819" sldId="260"/>
            <ac:spMk id="3" creationId="{00000000-0000-0000-0000-000000000000}"/>
          </ac:spMkLst>
        </pc:spChg>
      </pc:sldChg>
      <pc:sldChg chg="addSp delSp modSp del">
        <pc:chgData name="CRISTOFHER ANDRES ROJAS ROJAS" userId="ff4a2ee5-b92d-4cf2-97fa-1b800dd1f1dd" providerId="ADAL" clId="{41A92D29-8BD5-40EA-B071-4A942BDDCEE0}" dt="2020-04-22T09:01:01.620" v="391" actId="47"/>
        <pc:sldMkLst>
          <pc:docMk/>
          <pc:sldMk cId="1882310351" sldId="261"/>
        </pc:sldMkLst>
        <pc:spChg chg="add mod">
          <ac:chgData name="CRISTOFHER ANDRES ROJAS ROJAS" userId="ff4a2ee5-b92d-4cf2-97fa-1b800dd1f1dd" providerId="ADAL" clId="{41A92D29-8BD5-40EA-B071-4A942BDDCEE0}" dt="2020-04-22T08:55:35.560" v="135" actId="478"/>
          <ac:spMkLst>
            <pc:docMk/>
            <pc:sldMk cId="1882310351" sldId="261"/>
            <ac:spMk id="2" creationId="{153D81F5-1655-4E6C-8E78-ED4778BC00BB}"/>
          </ac:spMkLst>
        </pc:spChg>
        <pc:picChg chg="del">
          <ac:chgData name="CRISTOFHER ANDRES ROJAS ROJAS" userId="ff4a2ee5-b92d-4cf2-97fa-1b800dd1f1dd" providerId="ADAL" clId="{41A92D29-8BD5-40EA-B071-4A942BDDCEE0}" dt="2020-04-22T08:55:35.560" v="135" actId="478"/>
          <ac:picMkLst>
            <pc:docMk/>
            <pc:sldMk cId="1882310351" sldId="261"/>
            <ac:picMk id="1026" creationId="{C4A1D1E8-E136-467D-B331-0899B1DF1AAA}"/>
          </ac:picMkLst>
        </pc:picChg>
      </pc:sldChg>
      <pc:sldChg chg="modSp modAnim">
        <pc:chgData name="CRISTOFHER ANDRES ROJAS ROJAS" userId="ff4a2ee5-b92d-4cf2-97fa-1b800dd1f1dd" providerId="ADAL" clId="{41A92D29-8BD5-40EA-B071-4A942BDDCEE0}" dt="2020-04-22T09:05:42.850" v="492" actId="1076"/>
        <pc:sldMkLst>
          <pc:docMk/>
          <pc:sldMk cId="2659890596" sldId="262"/>
        </pc:sldMkLst>
        <pc:spChg chg="mod">
          <ac:chgData name="CRISTOFHER ANDRES ROJAS ROJAS" userId="ff4a2ee5-b92d-4cf2-97fa-1b800dd1f1dd" providerId="ADAL" clId="{41A92D29-8BD5-40EA-B071-4A942BDDCEE0}" dt="2020-04-22T09:05:20.689" v="490" actId="403"/>
          <ac:spMkLst>
            <pc:docMk/>
            <pc:sldMk cId="2659890596" sldId="262"/>
            <ac:spMk id="3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05:42.850" v="492" actId="1076"/>
          <ac:spMkLst>
            <pc:docMk/>
            <pc:sldMk cId="2659890596" sldId="262"/>
            <ac:spMk id="7" creationId="{A5E2500C-D187-4F08-8D98-3D33BFEA4C8C}"/>
          </ac:spMkLst>
        </pc:spChg>
      </pc:sldChg>
      <pc:sldChg chg="modSp">
        <pc:chgData name="CRISTOFHER ANDRES ROJAS ROJAS" userId="ff4a2ee5-b92d-4cf2-97fa-1b800dd1f1dd" providerId="ADAL" clId="{41A92D29-8BD5-40EA-B071-4A942BDDCEE0}" dt="2020-04-22T09:05:36.882" v="491"/>
        <pc:sldMkLst>
          <pc:docMk/>
          <pc:sldMk cId="1702473761" sldId="346"/>
        </pc:sldMkLst>
        <pc:spChg chg="mod">
          <ac:chgData name="CRISTOFHER ANDRES ROJAS ROJAS" userId="ff4a2ee5-b92d-4cf2-97fa-1b800dd1f1dd" providerId="ADAL" clId="{41A92D29-8BD5-40EA-B071-4A942BDDCEE0}" dt="2020-04-22T09:05:36.882" v="491"/>
          <ac:spMkLst>
            <pc:docMk/>
            <pc:sldMk cId="1702473761" sldId="346"/>
            <ac:spMk id="6" creationId="{00000000-0000-0000-0000-000000000000}"/>
          </ac:spMkLst>
        </pc:spChg>
      </pc:sldChg>
      <pc:sldChg chg="modSp modAnim">
        <pc:chgData name="CRISTOFHER ANDRES ROJAS ROJAS" userId="ff4a2ee5-b92d-4cf2-97fa-1b800dd1f1dd" providerId="ADAL" clId="{41A92D29-8BD5-40EA-B071-4A942BDDCEE0}" dt="2020-04-22T09:07:06.302" v="520" actId="27636"/>
        <pc:sldMkLst>
          <pc:docMk/>
          <pc:sldMk cId="1444201569" sldId="348"/>
        </pc:sldMkLst>
        <pc:spChg chg="mod">
          <ac:chgData name="CRISTOFHER ANDRES ROJAS ROJAS" userId="ff4a2ee5-b92d-4cf2-97fa-1b800dd1f1dd" providerId="ADAL" clId="{41A92D29-8BD5-40EA-B071-4A942BDDCEE0}" dt="2020-04-22T09:06:37.529" v="501" actId="20577"/>
          <ac:spMkLst>
            <pc:docMk/>
            <pc:sldMk cId="1444201569" sldId="348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07:06.302" v="520" actId="27636"/>
          <ac:spMkLst>
            <pc:docMk/>
            <pc:sldMk cId="1444201569" sldId="348"/>
            <ac:spMk id="7" creationId="{00000000-0000-0000-0000-000000000000}"/>
          </ac:spMkLst>
        </pc:spChg>
      </pc:sldChg>
      <pc:sldChg chg="modSp modAnim">
        <pc:chgData name="CRISTOFHER ANDRES ROJAS ROJAS" userId="ff4a2ee5-b92d-4cf2-97fa-1b800dd1f1dd" providerId="ADAL" clId="{41A92D29-8BD5-40EA-B071-4A942BDDCEE0}" dt="2020-04-22T09:08:08.436" v="538" actId="255"/>
        <pc:sldMkLst>
          <pc:docMk/>
          <pc:sldMk cId="3873343043" sldId="349"/>
        </pc:sldMkLst>
        <pc:spChg chg="mod">
          <ac:chgData name="CRISTOFHER ANDRES ROJAS ROJAS" userId="ff4a2ee5-b92d-4cf2-97fa-1b800dd1f1dd" providerId="ADAL" clId="{41A92D29-8BD5-40EA-B071-4A942BDDCEE0}" dt="2020-04-22T09:08:08.436" v="538" actId="255"/>
          <ac:spMkLst>
            <pc:docMk/>
            <pc:sldMk cId="3873343043" sldId="349"/>
            <ac:spMk id="7" creationId="{00000000-0000-0000-0000-000000000000}"/>
          </ac:spMkLst>
        </pc:spChg>
      </pc:sldChg>
      <pc:sldChg chg="addSp delSp modSp modAnim">
        <pc:chgData name="CRISTOFHER ANDRES ROJAS ROJAS" userId="ff4a2ee5-b92d-4cf2-97fa-1b800dd1f1dd" providerId="ADAL" clId="{41A92D29-8BD5-40EA-B071-4A942BDDCEE0}" dt="2020-04-22T09:38:13.775" v="1272" actId="478"/>
        <pc:sldMkLst>
          <pc:docMk/>
          <pc:sldMk cId="2108958779" sldId="350"/>
        </pc:sldMkLst>
        <pc:spChg chg="add del mod">
          <ac:chgData name="CRISTOFHER ANDRES ROJAS ROJAS" userId="ff4a2ee5-b92d-4cf2-97fa-1b800dd1f1dd" providerId="ADAL" clId="{41A92D29-8BD5-40EA-B071-4A942BDDCEE0}" dt="2020-04-22T09:38:13.775" v="1272" actId="478"/>
          <ac:spMkLst>
            <pc:docMk/>
            <pc:sldMk cId="2108958779" sldId="350"/>
            <ac:spMk id="4" creationId="{72349D30-B235-42B6-BAC0-4ABD21190837}"/>
          </ac:spMkLst>
        </pc:spChg>
        <pc:spChg chg="mod">
          <ac:chgData name="CRISTOFHER ANDRES ROJAS ROJAS" userId="ff4a2ee5-b92d-4cf2-97fa-1b800dd1f1dd" providerId="ADAL" clId="{41A92D29-8BD5-40EA-B071-4A942BDDCEE0}" dt="2020-04-22T09:34:37.634" v="1180" actId="20577"/>
          <ac:spMkLst>
            <pc:docMk/>
            <pc:sldMk cId="2108958779" sldId="350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36:50.089" v="1255" actId="27636"/>
          <ac:spMkLst>
            <pc:docMk/>
            <pc:sldMk cId="2108958779" sldId="350"/>
            <ac:spMk id="7" creationId="{00000000-0000-0000-0000-000000000000}"/>
          </ac:spMkLst>
        </pc:spChg>
        <pc:picChg chg="add del mod">
          <ac:chgData name="CRISTOFHER ANDRES ROJAS ROJAS" userId="ff4a2ee5-b92d-4cf2-97fa-1b800dd1f1dd" providerId="ADAL" clId="{41A92D29-8BD5-40EA-B071-4A942BDDCEE0}" dt="2020-04-22T09:34:16.859" v="1135" actId="478"/>
          <ac:picMkLst>
            <pc:docMk/>
            <pc:sldMk cId="2108958779" sldId="350"/>
            <ac:picMk id="3" creationId="{B9FB6DA9-EC7B-41E4-B4AA-64872E4060E9}"/>
          </ac:picMkLst>
        </pc:picChg>
        <pc:picChg chg="add del mod">
          <ac:chgData name="CRISTOFHER ANDRES ROJAS ROJAS" userId="ff4a2ee5-b92d-4cf2-97fa-1b800dd1f1dd" providerId="ADAL" clId="{41A92D29-8BD5-40EA-B071-4A942BDDCEE0}" dt="2020-04-22T09:36:53.733" v="1256" actId="478"/>
          <ac:picMkLst>
            <pc:docMk/>
            <pc:sldMk cId="2108958779" sldId="350"/>
            <ac:picMk id="1026" creationId="{63D32BC8-E533-4B11-B78D-DE8E985ECEC1}"/>
          </ac:picMkLst>
        </pc:picChg>
      </pc:sldChg>
      <pc:sldChg chg="del">
        <pc:chgData name="CRISTOFHER ANDRES ROJAS ROJAS" userId="ff4a2ee5-b92d-4cf2-97fa-1b800dd1f1dd" providerId="ADAL" clId="{41A92D29-8BD5-40EA-B071-4A942BDDCEE0}" dt="2020-04-22T09:21:29.365" v="980" actId="47"/>
        <pc:sldMkLst>
          <pc:docMk/>
          <pc:sldMk cId="3196129465" sldId="351"/>
        </pc:sldMkLst>
      </pc:sldChg>
      <pc:sldChg chg="del">
        <pc:chgData name="CRISTOFHER ANDRES ROJAS ROJAS" userId="ff4a2ee5-b92d-4cf2-97fa-1b800dd1f1dd" providerId="ADAL" clId="{41A92D29-8BD5-40EA-B071-4A942BDDCEE0}" dt="2020-04-22T09:21:29.365" v="980" actId="47"/>
        <pc:sldMkLst>
          <pc:docMk/>
          <pc:sldMk cId="736109266" sldId="352"/>
        </pc:sldMkLst>
      </pc:sldChg>
      <pc:sldChg chg="del">
        <pc:chgData name="CRISTOFHER ANDRES ROJAS ROJAS" userId="ff4a2ee5-b92d-4cf2-97fa-1b800dd1f1dd" providerId="ADAL" clId="{41A92D29-8BD5-40EA-B071-4A942BDDCEE0}" dt="2020-04-22T09:21:29.365" v="980" actId="47"/>
        <pc:sldMkLst>
          <pc:docMk/>
          <pc:sldMk cId="2010018448" sldId="374"/>
        </pc:sldMkLst>
      </pc:sldChg>
      <pc:sldChg chg="add del">
        <pc:chgData name="CRISTOFHER ANDRES ROJAS ROJAS" userId="ff4a2ee5-b92d-4cf2-97fa-1b800dd1f1dd" providerId="ADAL" clId="{41A92D29-8BD5-40EA-B071-4A942BDDCEE0}" dt="2020-04-22T09:34:03.761" v="1121" actId="47"/>
        <pc:sldMkLst>
          <pc:docMk/>
          <pc:sldMk cId="3507114496" sldId="376"/>
        </pc:sldMkLst>
      </pc:sldChg>
      <pc:sldChg chg="new del">
        <pc:chgData name="CRISTOFHER ANDRES ROJAS ROJAS" userId="ff4a2ee5-b92d-4cf2-97fa-1b800dd1f1dd" providerId="ADAL" clId="{41A92D29-8BD5-40EA-B071-4A942BDDCEE0}" dt="2020-04-22T09:28:15.811" v="983" actId="680"/>
        <pc:sldMkLst>
          <pc:docMk/>
          <pc:sldMk cId="146358354" sldId="377"/>
        </pc:sldMkLst>
      </pc:sldChg>
      <pc:sldChg chg="modSp add">
        <pc:chgData name="CRISTOFHER ANDRES ROJAS ROJAS" userId="ff4a2ee5-b92d-4cf2-97fa-1b800dd1f1dd" providerId="ADAL" clId="{41A92D29-8BD5-40EA-B071-4A942BDDCEE0}" dt="2020-04-22T09:32:33.550" v="1110" actId="27636"/>
        <pc:sldMkLst>
          <pc:docMk/>
          <pc:sldMk cId="153259363" sldId="377"/>
        </pc:sldMkLst>
        <pc:spChg chg="mod">
          <ac:chgData name="CRISTOFHER ANDRES ROJAS ROJAS" userId="ff4a2ee5-b92d-4cf2-97fa-1b800dd1f1dd" providerId="ADAL" clId="{41A92D29-8BD5-40EA-B071-4A942BDDCEE0}" dt="2020-04-22T09:28:37.866" v="997" actId="1076"/>
          <ac:spMkLst>
            <pc:docMk/>
            <pc:sldMk cId="153259363" sldId="377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32:33.550" v="1110" actId="27636"/>
          <ac:spMkLst>
            <pc:docMk/>
            <pc:sldMk cId="153259363" sldId="377"/>
            <ac:spMk id="7" creationId="{00000000-0000-0000-0000-000000000000}"/>
          </ac:spMkLst>
        </pc:spChg>
      </pc:sldChg>
      <pc:sldChg chg="modSp add">
        <pc:chgData name="CRISTOFHER ANDRES ROJAS ROJAS" userId="ff4a2ee5-b92d-4cf2-97fa-1b800dd1f1dd" providerId="ADAL" clId="{41A92D29-8BD5-40EA-B071-4A942BDDCEE0}" dt="2020-04-22T09:31:49.568" v="1088" actId="20577"/>
        <pc:sldMkLst>
          <pc:docMk/>
          <pc:sldMk cId="3676553905" sldId="378"/>
        </pc:sldMkLst>
        <pc:spChg chg="mod">
          <ac:chgData name="CRISTOFHER ANDRES ROJAS ROJAS" userId="ff4a2ee5-b92d-4cf2-97fa-1b800dd1f1dd" providerId="ADAL" clId="{41A92D29-8BD5-40EA-B071-4A942BDDCEE0}" dt="2020-04-22T09:31:49.568" v="1088" actId="20577"/>
          <ac:spMkLst>
            <pc:docMk/>
            <pc:sldMk cId="3676553905" sldId="378"/>
            <ac:spMk id="7" creationId="{00000000-0000-0000-0000-000000000000}"/>
          </ac:spMkLst>
        </pc:spChg>
      </pc:sldChg>
      <pc:sldChg chg="new del">
        <pc:chgData name="CRISTOFHER ANDRES ROJAS ROJAS" userId="ff4a2ee5-b92d-4cf2-97fa-1b800dd1f1dd" providerId="ADAL" clId="{41A92D29-8BD5-40EA-B071-4A942BDDCEE0}" dt="2020-04-22T09:34:02.665" v="1119" actId="680"/>
        <pc:sldMkLst>
          <pc:docMk/>
          <pc:sldMk cId="1772634602" sldId="379"/>
        </pc:sldMkLst>
      </pc:sldChg>
      <pc:sldChg chg="delSp modSp add">
        <pc:chgData name="CRISTOFHER ANDRES ROJAS ROJAS" userId="ff4a2ee5-b92d-4cf2-97fa-1b800dd1f1dd" providerId="ADAL" clId="{41A92D29-8BD5-40EA-B071-4A942BDDCEE0}" dt="2020-04-22T09:37:17.070" v="1261" actId="478"/>
        <pc:sldMkLst>
          <pc:docMk/>
          <pc:sldMk cId="3466318570" sldId="379"/>
        </pc:sldMkLst>
        <pc:spChg chg="mod">
          <ac:chgData name="CRISTOFHER ANDRES ROJAS ROJAS" userId="ff4a2ee5-b92d-4cf2-97fa-1b800dd1f1dd" providerId="ADAL" clId="{41A92D29-8BD5-40EA-B071-4A942BDDCEE0}" dt="2020-04-22T09:37:11.190" v="1260" actId="255"/>
          <ac:spMkLst>
            <pc:docMk/>
            <pc:sldMk cId="3466318570" sldId="379"/>
            <ac:spMk id="7" creationId="{00000000-0000-0000-0000-000000000000}"/>
          </ac:spMkLst>
        </pc:spChg>
        <pc:picChg chg="del">
          <ac:chgData name="CRISTOFHER ANDRES ROJAS ROJAS" userId="ff4a2ee5-b92d-4cf2-97fa-1b800dd1f1dd" providerId="ADAL" clId="{41A92D29-8BD5-40EA-B071-4A942BDDCEE0}" dt="2020-04-22T09:37:17.070" v="1261" actId="478"/>
          <ac:picMkLst>
            <pc:docMk/>
            <pc:sldMk cId="3466318570" sldId="379"/>
            <ac:picMk id="1026" creationId="{63D32BC8-E533-4B11-B78D-DE8E985ECEC1}"/>
          </ac:picMkLst>
        </pc:picChg>
      </pc:sldChg>
      <pc:sldChg chg="delSp modSp add">
        <pc:chgData name="CRISTOFHER ANDRES ROJAS ROJAS" userId="ff4a2ee5-b92d-4cf2-97fa-1b800dd1f1dd" providerId="ADAL" clId="{41A92D29-8BD5-40EA-B071-4A942BDDCEE0}" dt="2020-04-22T09:37:18.574" v="1262" actId="478"/>
        <pc:sldMkLst>
          <pc:docMk/>
          <pc:sldMk cId="307181644" sldId="380"/>
        </pc:sldMkLst>
        <pc:spChg chg="mod">
          <ac:chgData name="CRISTOFHER ANDRES ROJAS ROJAS" userId="ff4a2ee5-b92d-4cf2-97fa-1b800dd1f1dd" providerId="ADAL" clId="{41A92D29-8BD5-40EA-B071-4A942BDDCEE0}" dt="2020-04-22T09:36:13.799" v="1247" actId="27636"/>
          <ac:spMkLst>
            <pc:docMk/>
            <pc:sldMk cId="307181644" sldId="380"/>
            <ac:spMk id="7" creationId="{00000000-0000-0000-0000-000000000000}"/>
          </ac:spMkLst>
        </pc:spChg>
        <pc:picChg chg="del">
          <ac:chgData name="CRISTOFHER ANDRES ROJAS ROJAS" userId="ff4a2ee5-b92d-4cf2-97fa-1b800dd1f1dd" providerId="ADAL" clId="{41A92D29-8BD5-40EA-B071-4A942BDDCEE0}" dt="2020-04-22T09:37:18.574" v="1262" actId="478"/>
          <ac:picMkLst>
            <pc:docMk/>
            <pc:sldMk cId="307181644" sldId="380"/>
            <ac:picMk id="1026" creationId="{63D32BC8-E533-4B11-B78D-DE8E985ECEC1}"/>
          </ac:picMkLst>
        </pc:picChg>
      </pc:sldChg>
      <pc:sldChg chg="new del">
        <pc:chgData name="CRISTOFHER ANDRES ROJAS ROJAS" userId="ff4a2ee5-b92d-4cf2-97fa-1b800dd1f1dd" providerId="ADAL" clId="{41A92D29-8BD5-40EA-B071-4A942BDDCEE0}" dt="2020-04-22T09:35:51.005" v="1240" actId="680"/>
        <pc:sldMkLst>
          <pc:docMk/>
          <pc:sldMk cId="2307093310" sldId="380"/>
        </pc:sldMkLst>
      </pc:sldChg>
      <pc:sldChg chg="modSp add del">
        <pc:chgData name="CRISTOFHER ANDRES ROJAS ROJAS" userId="ff4a2ee5-b92d-4cf2-97fa-1b800dd1f1dd" providerId="ADAL" clId="{41A92D29-8BD5-40EA-B071-4A942BDDCEE0}" dt="2020-04-22T09:38:19.948" v="1273" actId="47"/>
        <pc:sldMkLst>
          <pc:docMk/>
          <pc:sldMk cId="496455104" sldId="381"/>
        </pc:sldMkLst>
        <pc:spChg chg="mod">
          <ac:chgData name="CRISTOFHER ANDRES ROJAS ROJAS" userId="ff4a2ee5-b92d-4cf2-97fa-1b800dd1f1dd" providerId="ADAL" clId="{41A92D29-8BD5-40EA-B071-4A942BDDCEE0}" dt="2020-04-22T09:37:29.151" v="1267" actId="20577"/>
          <ac:spMkLst>
            <pc:docMk/>
            <pc:sldMk cId="496455104" sldId="381"/>
            <ac:spMk id="7" creationId="{00000000-0000-0000-0000-000000000000}"/>
          </ac:spMkLst>
        </pc:spChg>
      </pc:sldChg>
      <pc:sldChg chg="new del">
        <pc:chgData name="CRISTOFHER ANDRES ROJAS ROJAS" userId="ff4a2ee5-b92d-4cf2-97fa-1b800dd1f1dd" providerId="ADAL" clId="{41A92D29-8BD5-40EA-B071-4A942BDDCEE0}" dt="2020-04-22T09:37:24.949" v="1264" actId="680"/>
        <pc:sldMkLst>
          <pc:docMk/>
          <pc:sldMk cId="2656838744" sldId="381"/>
        </pc:sldMkLst>
      </pc:sldChg>
      <pc:sldMasterChg chg="delSldLayout">
        <pc:chgData name="CRISTOFHER ANDRES ROJAS ROJAS" userId="ff4a2ee5-b92d-4cf2-97fa-1b800dd1f1dd" providerId="ADAL" clId="{41A92D29-8BD5-40EA-B071-4A942BDDCEE0}" dt="2020-04-22T09:21:29.365" v="980" actId="47"/>
        <pc:sldMasterMkLst>
          <pc:docMk/>
          <pc:sldMasterMk cId="1093945410" sldId="2147483660"/>
        </pc:sldMasterMkLst>
        <pc:sldLayoutChg chg="del">
          <pc:chgData name="CRISTOFHER ANDRES ROJAS ROJAS" userId="ff4a2ee5-b92d-4cf2-97fa-1b800dd1f1dd" providerId="ADAL" clId="{41A92D29-8BD5-40EA-B071-4A942BDDCEE0}" dt="2020-04-22T09:21:29.365" v="980" actId="47"/>
          <pc:sldLayoutMkLst>
            <pc:docMk/>
            <pc:sldMasterMk cId="1093945410" sldId="2147483660"/>
            <pc:sldLayoutMk cId="216677509" sldId="2147483674"/>
          </pc:sldLayoutMkLst>
        </pc:sldLayoutChg>
      </pc:sldMasterChg>
    </pc:docChg>
  </pc:docChgLst>
  <pc:docChgLst>
    <pc:chgData name="Carlos Castro Bustamante" userId="6a1eae72-c265-4fa1-8efa-3defc8ba2bc8" providerId="ADAL" clId="{C6D57018-1288-4B16-98E6-A67A47BD0AB6}"/>
    <pc:docChg chg="modSld">
      <pc:chgData name="Carlos Castro Bustamante" userId="6a1eae72-c265-4fa1-8efa-3defc8ba2bc8" providerId="ADAL" clId="{C6D57018-1288-4B16-98E6-A67A47BD0AB6}" dt="2024-10-08T13:17:18.048" v="1" actId="20577"/>
      <pc:docMkLst>
        <pc:docMk/>
      </pc:docMkLst>
      <pc:sldChg chg="modSp mod">
        <pc:chgData name="Carlos Castro Bustamante" userId="6a1eae72-c265-4fa1-8efa-3defc8ba2bc8" providerId="ADAL" clId="{C6D57018-1288-4B16-98E6-A67A47BD0AB6}" dt="2024-10-08T13:17:18.048" v="1" actId="20577"/>
        <pc:sldMkLst>
          <pc:docMk/>
          <pc:sldMk cId="3907754994" sldId="581"/>
        </pc:sldMkLst>
        <pc:spChg chg="mod">
          <ac:chgData name="Carlos Castro Bustamante" userId="6a1eae72-c265-4fa1-8efa-3defc8ba2bc8" providerId="ADAL" clId="{C6D57018-1288-4B16-98E6-A67A47BD0AB6}" dt="2024-10-08T13:17:18.048" v="1" actId="20577"/>
          <ac:spMkLst>
            <pc:docMk/>
            <pc:sldMk cId="3907754994" sldId="581"/>
            <ac:spMk id="3" creationId="{00000000-0000-0000-0000-000000000000}"/>
          </ac:spMkLst>
        </pc:spChg>
      </pc:sldChg>
    </pc:docChg>
  </pc:docChgLst>
  <pc:docChgLst>
    <pc:chgData name="CRISTOFHER ANDRES ROJAS ROJAS" userId="ff4a2ee5-b92d-4cf2-97fa-1b800dd1f1dd" providerId="ADAL" clId="{4578CC14-6DAD-489B-AF16-1125D7F8A148}"/>
    <pc:docChg chg="undo custSel mod addSld delSld modSld sldOrd">
      <pc:chgData name="CRISTOFHER ANDRES ROJAS ROJAS" userId="ff4a2ee5-b92d-4cf2-97fa-1b800dd1f1dd" providerId="ADAL" clId="{4578CC14-6DAD-489B-AF16-1125D7F8A148}" dt="2020-04-15T21:53:48.874" v="1229" actId="20577"/>
      <pc:docMkLst>
        <pc:docMk/>
      </pc:docMkLst>
      <pc:sldChg chg="addSp modSp">
        <pc:chgData name="CRISTOFHER ANDRES ROJAS ROJAS" userId="ff4a2ee5-b92d-4cf2-97fa-1b800dd1f1dd" providerId="ADAL" clId="{4578CC14-6DAD-489B-AF16-1125D7F8A148}" dt="2020-04-15T04:01:38.878" v="126" actId="20577"/>
        <pc:sldMkLst>
          <pc:docMk/>
          <pc:sldMk cId="2505037563" sldId="256"/>
        </pc:sldMkLst>
        <pc:spChg chg="mod">
          <ac:chgData name="CRISTOFHER ANDRES ROJAS ROJAS" userId="ff4a2ee5-b92d-4cf2-97fa-1b800dd1f1dd" providerId="ADAL" clId="{4578CC14-6DAD-489B-AF16-1125D7F8A148}" dt="2020-04-15T04:01:38.878" v="126" actId="20577"/>
          <ac:spMkLst>
            <pc:docMk/>
            <pc:sldMk cId="2505037563" sldId="256"/>
            <ac:spMk id="3" creationId="{00000000-0000-0000-0000-000000000000}"/>
          </ac:spMkLst>
        </pc:spChg>
        <pc:spChg chg="add mod">
          <ac:chgData name="CRISTOFHER ANDRES ROJAS ROJAS" userId="ff4a2ee5-b92d-4cf2-97fa-1b800dd1f1dd" providerId="ADAL" clId="{4578CC14-6DAD-489B-AF16-1125D7F8A148}" dt="2020-04-15T04:00:37.066" v="22" actId="20577"/>
          <ac:spMkLst>
            <pc:docMk/>
            <pc:sldMk cId="2505037563" sldId="256"/>
            <ac:spMk id="6" creationId="{4BFCA498-348C-4A5E-9EF5-B337E69E3111}"/>
          </ac:spMkLst>
        </pc:spChg>
        <pc:spChg chg="add mod">
          <ac:chgData name="CRISTOFHER ANDRES ROJAS ROJAS" userId="ff4a2ee5-b92d-4cf2-97fa-1b800dd1f1dd" providerId="ADAL" clId="{4578CC14-6DAD-489B-AF16-1125D7F8A148}" dt="2020-04-15T04:00:57.591" v="27" actId="1076"/>
          <ac:spMkLst>
            <pc:docMk/>
            <pc:sldMk cId="2505037563" sldId="256"/>
            <ac:spMk id="7" creationId="{8555F635-70D4-4AE3-859D-A80843BF7309}"/>
          </ac:spMkLst>
        </pc:spChg>
        <pc:spChg chg="add mod">
          <ac:chgData name="CRISTOFHER ANDRES ROJAS ROJAS" userId="ff4a2ee5-b92d-4cf2-97fa-1b800dd1f1dd" providerId="ADAL" clId="{4578CC14-6DAD-489B-AF16-1125D7F8A148}" dt="2020-04-15T04:01:29.468" v="103" actId="14100"/>
          <ac:spMkLst>
            <pc:docMk/>
            <pc:sldMk cId="2505037563" sldId="256"/>
            <ac:spMk id="8" creationId="{4B3C8749-A33F-49FE-B61E-25BC4F1F402D}"/>
          </ac:spMkLst>
        </pc:spChg>
      </pc:sldChg>
      <pc:sldChg chg="addSp delSp modSp mod setBg">
        <pc:chgData name="CRISTOFHER ANDRES ROJAS ROJAS" userId="ff4a2ee5-b92d-4cf2-97fa-1b800dd1f1dd" providerId="ADAL" clId="{4578CC14-6DAD-489B-AF16-1125D7F8A148}" dt="2020-04-15T04:31:02.303" v="1114" actId="20577"/>
        <pc:sldMkLst>
          <pc:docMk/>
          <pc:sldMk cId="1682723415" sldId="257"/>
        </pc:sldMkLst>
        <pc:spChg chg="mod">
          <ac:chgData name="CRISTOFHER ANDRES ROJAS ROJAS" userId="ff4a2ee5-b92d-4cf2-97fa-1b800dd1f1dd" providerId="ADAL" clId="{4578CC14-6DAD-489B-AF16-1125D7F8A148}" dt="2020-04-15T04:11:50.739" v="195" actId="14100"/>
          <ac:spMkLst>
            <pc:docMk/>
            <pc:sldMk cId="1682723415" sldId="257"/>
            <ac:spMk id="3" creationId="{00000000-0000-0000-0000-000000000000}"/>
          </ac:spMkLst>
        </pc:spChg>
        <pc:spChg chg="add">
          <ac:chgData name="CRISTOFHER ANDRES ROJAS ROJAS" userId="ff4a2ee5-b92d-4cf2-97fa-1b800dd1f1dd" providerId="ADAL" clId="{4578CC14-6DAD-489B-AF16-1125D7F8A148}" dt="2020-04-15T04:15:12.574" v="251"/>
          <ac:spMkLst>
            <pc:docMk/>
            <pc:sldMk cId="1682723415" sldId="257"/>
            <ac:spMk id="6" creationId="{9EE24476-5CCE-461B-896C-E68598A6262D}"/>
          </ac:spMkLst>
        </pc:spChg>
        <pc:spChg chg="add">
          <ac:chgData name="CRISTOFHER ANDRES ROJAS ROJAS" userId="ff4a2ee5-b92d-4cf2-97fa-1b800dd1f1dd" providerId="ADAL" clId="{4578CC14-6DAD-489B-AF16-1125D7F8A148}" dt="2020-04-15T04:29:15.017" v="1094"/>
          <ac:spMkLst>
            <pc:docMk/>
            <pc:sldMk cId="1682723415" sldId="257"/>
            <ac:spMk id="7" creationId="{8802B3E2-C335-44FE-8B66-CC5BAD3D3B5B}"/>
          </ac:spMkLst>
        </pc:spChg>
        <pc:spChg chg="add del mod">
          <ac:chgData name="CRISTOFHER ANDRES ROJAS ROJAS" userId="ff4a2ee5-b92d-4cf2-97fa-1b800dd1f1dd" providerId="ADAL" clId="{4578CC14-6DAD-489B-AF16-1125D7F8A148}" dt="2020-04-15T04:29:25.471" v="1097" actId="478"/>
          <ac:spMkLst>
            <pc:docMk/>
            <pc:sldMk cId="1682723415" sldId="257"/>
            <ac:spMk id="8" creationId="{C9FA9AB8-0127-4B21-9B62-F265C3748864}"/>
          </ac:spMkLst>
        </pc:spChg>
        <pc:spChg chg="add mod">
          <ac:chgData name="CRISTOFHER ANDRES ROJAS ROJAS" userId="ff4a2ee5-b92d-4cf2-97fa-1b800dd1f1dd" providerId="ADAL" clId="{4578CC14-6DAD-489B-AF16-1125D7F8A148}" dt="2020-04-15T04:31:02.303" v="1114" actId="20577"/>
          <ac:spMkLst>
            <pc:docMk/>
            <pc:sldMk cId="1682723415" sldId="257"/>
            <ac:spMk id="9" creationId="{7657357B-CCE3-49B3-BAC6-B043C23EBB0D}"/>
          </ac:spMkLst>
        </pc:spChg>
        <pc:picChg chg="del mod">
          <ac:chgData name="CRISTOFHER ANDRES ROJAS ROJAS" userId="ff4a2ee5-b92d-4cf2-97fa-1b800dd1f1dd" providerId="ADAL" clId="{4578CC14-6DAD-489B-AF16-1125D7F8A148}" dt="2020-04-15T04:11:43.179" v="193" actId="478"/>
          <ac:picMkLst>
            <pc:docMk/>
            <pc:sldMk cId="1682723415" sldId="257"/>
            <ac:picMk id="4" creationId="{00000000-0000-0000-0000-000000000000}"/>
          </ac:picMkLst>
        </pc:picChg>
        <pc:picChg chg="add">
          <ac:chgData name="CRISTOFHER ANDRES ROJAS ROJAS" userId="ff4a2ee5-b92d-4cf2-97fa-1b800dd1f1dd" providerId="ADAL" clId="{4578CC14-6DAD-489B-AF16-1125D7F8A148}" dt="2020-04-15T04:11:40.931" v="192"/>
          <ac:picMkLst>
            <pc:docMk/>
            <pc:sldMk cId="1682723415" sldId="257"/>
            <ac:picMk id="5" creationId="{7FA56429-A415-4942-8596-E2E7D43B28E9}"/>
          </ac:picMkLst>
        </pc:picChg>
        <pc:picChg chg="add mod">
          <ac:chgData name="CRISTOFHER ANDRES ROJAS ROJAS" userId="ff4a2ee5-b92d-4cf2-97fa-1b800dd1f1dd" providerId="ADAL" clId="{4578CC14-6DAD-489B-AF16-1125D7F8A148}" dt="2020-04-15T04:11:55.665" v="196" actId="1076"/>
          <ac:picMkLst>
            <pc:docMk/>
            <pc:sldMk cId="1682723415" sldId="257"/>
            <ac:picMk id="2050" creationId="{EA2EA1A3-8C8E-48F3-B74B-E3391C7938B4}"/>
          </ac:picMkLst>
        </pc:picChg>
      </pc:sldChg>
      <pc:sldChg chg="add del">
        <pc:chgData name="CRISTOFHER ANDRES ROJAS ROJAS" userId="ff4a2ee5-b92d-4cf2-97fa-1b800dd1f1dd" providerId="ADAL" clId="{4578CC14-6DAD-489B-AF16-1125D7F8A148}" dt="2020-04-15T04:26:12.133" v="1093" actId="47"/>
        <pc:sldMkLst>
          <pc:docMk/>
          <pc:sldMk cId="354298414" sldId="258"/>
        </pc:sldMkLst>
      </pc:sldChg>
      <pc:sldChg chg="addSp modSp add ord setBg modAnim">
        <pc:chgData name="CRISTOFHER ANDRES ROJAS ROJAS" userId="ff4a2ee5-b92d-4cf2-97fa-1b800dd1f1dd" providerId="ADAL" clId="{4578CC14-6DAD-489B-AF16-1125D7F8A148}" dt="2020-04-15T04:12:40.053" v="204" actId="20577"/>
        <pc:sldMkLst>
          <pc:docMk/>
          <pc:sldMk cId="2707598819" sldId="260"/>
        </pc:sldMkLst>
        <pc:spChg chg="mod">
          <ac:chgData name="CRISTOFHER ANDRES ROJAS ROJAS" userId="ff4a2ee5-b92d-4cf2-97fa-1b800dd1f1dd" providerId="ADAL" clId="{4578CC14-6DAD-489B-AF16-1125D7F8A148}" dt="2020-04-15T04:12:40.053" v="204" actId="20577"/>
          <ac:spMkLst>
            <pc:docMk/>
            <pc:sldMk cId="2707598819" sldId="260"/>
            <ac:spMk id="3" creationId="{00000000-0000-0000-0000-000000000000}"/>
          </ac:spMkLst>
        </pc:spChg>
        <pc:picChg chg="add">
          <ac:chgData name="CRISTOFHER ANDRES ROJAS ROJAS" userId="ff4a2ee5-b92d-4cf2-97fa-1b800dd1f1dd" providerId="ADAL" clId="{4578CC14-6DAD-489B-AF16-1125D7F8A148}" dt="2020-04-15T04:02:19.695" v="137"/>
          <ac:picMkLst>
            <pc:docMk/>
            <pc:sldMk cId="2707598819" sldId="260"/>
            <ac:picMk id="6" creationId="{14A43F8F-EE3E-4CF8-8778-4D390B492303}"/>
          </ac:picMkLst>
        </pc:picChg>
      </pc:sldChg>
      <pc:sldChg chg="addSp delSp modSp add">
        <pc:chgData name="CRISTOFHER ANDRES ROJAS ROJAS" userId="ff4a2ee5-b92d-4cf2-97fa-1b800dd1f1dd" providerId="ADAL" clId="{4578CC14-6DAD-489B-AF16-1125D7F8A148}" dt="2020-04-15T04:30:55.976" v="1111" actId="20577"/>
        <pc:sldMkLst>
          <pc:docMk/>
          <pc:sldMk cId="1882310351" sldId="261"/>
        </pc:sldMkLst>
        <pc:spChg chg="add del">
          <ac:chgData name="CRISTOFHER ANDRES ROJAS ROJAS" userId="ff4a2ee5-b92d-4cf2-97fa-1b800dd1f1dd" providerId="ADAL" clId="{4578CC14-6DAD-489B-AF16-1125D7F8A148}" dt="2020-04-15T04:02:12.546" v="136"/>
          <ac:spMkLst>
            <pc:docMk/>
            <pc:sldMk cId="1882310351" sldId="261"/>
            <ac:spMk id="2" creationId="{D92B95A6-A961-4A47-BD41-21CFA2D9CA5B}"/>
          </ac:spMkLst>
        </pc:spChg>
        <pc:spChg chg="del">
          <ac:chgData name="CRISTOFHER ANDRES ROJAS ROJAS" userId="ff4a2ee5-b92d-4cf2-97fa-1b800dd1f1dd" providerId="ADAL" clId="{4578CC14-6DAD-489B-AF16-1125D7F8A148}" dt="2020-04-15T04:06:10.248" v="187"/>
          <ac:spMkLst>
            <pc:docMk/>
            <pc:sldMk cId="1882310351" sldId="261"/>
            <ac:spMk id="3" creationId="{00000000-0000-0000-0000-000000000000}"/>
          </ac:spMkLst>
        </pc:spChg>
        <pc:spChg chg="add">
          <ac:chgData name="CRISTOFHER ANDRES ROJAS ROJAS" userId="ff4a2ee5-b92d-4cf2-97fa-1b800dd1f1dd" providerId="ADAL" clId="{4578CC14-6DAD-489B-AF16-1125D7F8A148}" dt="2020-04-15T04:30:33.876" v="1106"/>
          <ac:spMkLst>
            <pc:docMk/>
            <pc:sldMk cId="1882310351" sldId="261"/>
            <ac:spMk id="5" creationId="{EB9C76F5-89E9-4A73-A1BC-3FF42FAE91EC}"/>
          </ac:spMkLst>
        </pc:spChg>
        <pc:spChg chg="add">
          <ac:chgData name="CRISTOFHER ANDRES ROJAS ROJAS" userId="ff4a2ee5-b92d-4cf2-97fa-1b800dd1f1dd" providerId="ADAL" clId="{4578CC14-6DAD-489B-AF16-1125D7F8A148}" dt="2020-04-15T04:15:14.319" v="252"/>
          <ac:spMkLst>
            <pc:docMk/>
            <pc:sldMk cId="1882310351" sldId="261"/>
            <ac:spMk id="6" creationId="{5ED49165-F672-435F-BA1C-4889BBBB405F}"/>
          </ac:spMkLst>
        </pc:spChg>
        <pc:spChg chg="add mod">
          <ac:chgData name="CRISTOFHER ANDRES ROJAS ROJAS" userId="ff4a2ee5-b92d-4cf2-97fa-1b800dd1f1dd" providerId="ADAL" clId="{4578CC14-6DAD-489B-AF16-1125D7F8A148}" dt="2020-04-15T04:30:55.976" v="1111" actId="20577"/>
          <ac:spMkLst>
            <pc:docMk/>
            <pc:sldMk cId="1882310351" sldId="261"/>
            <ac:spMk id="7" creationId="{A33176D2-3CBE-4FD0-928E-F0C18BCE4138}"/>
          </ac:spMkLst>
        </pc:spChg>
        <pc:picChg chg="add">
          <ac:chgData name="CRISTOFHER ANDRES ROJAS ROJAS" userId="ff4a2ee5-b92d-4cf2-97fa-1b800dd1f1dd" providerId="ADAL" clId="{4578CC14-6DAD-489B-AF16-1125D7F8A148}" dt="2020-04-15T04:06:10.248" v="187"/>
          <ac:picMkLst>
            <pc:docMk/>
            <pc:sldMk cId="1882310351" sldId="261"/>
            <ac:picMk id="1026" creationId="{C4A1D1E8-E136-467D-B331-0899B1DF1AAA}"/>
          </ac:picMkLst>
        </pc:picChg>
      </pc:sldChg>
      <pc:sldChg chg="new del">
        <pc:chgData name="CRISTOFHER ANDRES ROJAS ROJAS" userId="ff4a2ee5-b92d-4cf2-97fa-1b800dd1f1dd" providerId="ADAL" clId="{4578CC14-6DAD-489B-AF16-1125D7F8A148}" dt="2020-04-15T04:12:06.937" v="198" actId="680"/>
        <pc:sldMkLst>
          <pc:docMk/>
          <pc:sldMk cId="2327098000" sldId="262"/>
        </pc:sldMkLst>
      </pc:sldChg>
      <pc:sldChg chg="addSp delSp modSp add setBg">
        <pc:chgData name="CRISTOFHER ANDRES ROJAS ROJAS" userId="ff4a2ee5-b92d-4cf2-97fa-1b800dd1f1dd" providerId="ADAL" clId="{4578CC14-6DAD-489B-AF16-1125D7F8A148}" dt="2020-04-15T04:37:45.374" v="1191" actId="313"/>
        <pc:sldMkLst>
          <pc:docMk/>
          <pc:sldMk cId="2659890596" sldId="262"/>
        </pc:sldMkLst>
        <pc:spChg chg="mod">
          <ac:chgData name="CRISTOFHER ANDRES ROJAS ROJAS" userId="ff4a2ee5-b92d-4cf2-97fa-1b800dd1f1dd" providerId="ADAL" clId="{4578CC14-6DAD-489B-AF16-1125D7F8A148}" dt="2020-04-15T04:37:45.374" v="1191" actId="313"/>
          <ac:spMkLst>
            <pc:docMk/>
            <pc:sldMk cId="2659890596" sldId="262"/>
            <ac:spMk id="3" creationId="{00000000-0000-0000-0000-000000000000}"/>
          </ac:spMkLst>
        </pc:spChg>
        <pc:spChg chg="add">
          <ac:chgData name="CRISTOFHER ANDRES ROJAS ROJAS" userId="ff4a2ee5-b92d-4cf2-97fa-1b800dd1f1dd" providerId="ADAL" clId="{4578CC14-6DAD-489B-AF16-1125D7F8A148}" dt="2020-04-15T04:15:10.609" v="250"/>
          <ac:spMkLst>
            <pc:docMk/>
            <pc:sldMk cId="2659890596" sldId="262"/>
            <ac:spMk id="6" creationId="{F6D51BFA-A881-494A-9605-EC6E4DF387C7}"/>
          </ac:spMkLst>
        </pc:spChg>
        <pc:spChg chg="add mod">
          <ac:chgData name="CRISTOFHER ANDRES ROJAS ROJAS" userId="ff4a2ee5-b92d-4cf2-97fa-1b800dd1f1dd" providerId="ADAL" clId="{4578CC14-6DAD-489B-AF16-1125D7F8A148}" dt="2020-04-15T04:31:13.923" v="1117" actId="20577"/>
          <ac:spMkLst>
            <pc:docMk/>
            <pc:sldMk cId="2659890596" sldId="262"/>
            <ac:spMk id="7" creationId="{A5E2500C-D187-4F08-8D98-3D33BFEA4C8C}"/>
          </ac:spMkLst>
        </pc:spChg>
        <pc:spChg chg="add">
          <ac:chgData name="CRISTOFHER ANDRES ROJAS ROJAS" userId="ff4a2ee5-b92d-4cf2-97fa-1b800dd1f1dd" providerId="ADAL" clId="{4578CC14-6DAD-489B-AF16-1125D7F8A148}" dt="2020-04-15T04:30:15.177" v="1105"/>
          <ac:spMkLst>
            <pc:docMk/>
            <pc:sldMk cId="2659890596" sldId="262"/>
            <ac:spMk id="8" creationId="{683E8BFC-0054-4F07-9CCE-C745DB417197}"/>
          </ac:spMkLst>
        </pc:spChg>
        <pc:picChg chg="del">
          <ac:chgData name="CRISTOFHER ANDRES ROJAS ROJAS" userId="ff4a2ee5-b92d-4cf2-97fa-1b800dd1f1dd" providerId="ADAL" clId="{4578CC14-6DAD-489B-AF16-1125D7F8A148}" dt="2020-04-15T04:31:19.190" v="1118" actId="478"/>
          <ac:picMkLst>
            <pc:docMk/>
            <pc:sldMk cId="2659890596" sldId="262"/>
            <ac:picMk id="2050" creationId="{EA2EA1A3-8C8E-48F3-B74B-E3391C7938B4}"/>
          </ac:picMkLst>
        </pc:picChg>
      </pc:sldChg>
      <pc:sldChg chg="new del">
        <pc:chgData name="CRISTOFHER ANDRES ROJAS ROJAS" userId="ff4a2ee5-b92d-4cf2-97fa-1b800dd1f1dd" providerId="ADAL" clId="{4578CC14-6DAD-489B-AF16-1125D7F8A148}" dt="2020-04-15T04:13:23.240" v="207" actId="47"/>
        <pc:sldMkLst>
          <pc:docMk/>
          <pc:sldMk cId="3893239548" sldId="263"/>
        </pc:sldMkLst>
      </pc:sldChg>
      <pc:sldChg chg="addSp delSp modSp add delAnim modAnim">
        <pc:chgData name="CRISTOFHER ANDRES ROJAS ROJAS" userId="ff4a2ee5-b92d-4cf2-97fa-1b800dd1f1dd" providerId="ADAL" clId="{4578CC14-6DAD-489B-AF16-1125D7F8A148}" dt="2020-04-15T04:15:24.325" v="253"/>
        <pc:sldMkLst>
          <pc:docMk/>
          <pc:sldMk cId="1702473761" sldId="346"/>
        </pc:sldMkLst>
        <pc:spChg chg="mod">
          <ac:chgData name="CRISTOFHER ANDRES ROJAS ROJAS" userId="ff4a2ee5-b92d-4cf2-97fa-1b800dd1f1dd" providerId="ADAL" clId="{4578CC14-6DAD-489B-AF16-1125D7F8A148}" dt="2020-04-15T04:13:41.646" v="209"/>
          <ac:spMkLst>
            <pc:docMk/>
            <pc:sldMk cId="1702473761" sldId="346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04:14:49.433" v="247" actId="14100"/>
          <ac:spMkLst>
            <pc:docMk/>
            <pc:sldMk cId="1702473761" sldId="346"/>
            <ac:spMk id="7" creationId="{00000000-0000-0000-0000-000000000000}"/>
          </ac:spMkLst>
        </pc:spChg>
        <pc:spChg chg="del mod">
          <ac:chgData name="CRISTOFHER ANDRES ROJAS ROJAS" userId="ff4a2ee5-b92d-4cf2-97fa-1b800dd1f1dd" providerId="ADAL" clId="{4578CC14-6DAD-489B-AF16-1125D7F8A148}" dt="2020-04-15T04:13:47.561" v="211" actId="478"/>
          <ac:spMkLst>
            <pc:docMk/>
            <pc:sldMk cId="1702473761" sldId="346"/>
            <ac:spMk id="11" creationId="{ECF0F7E9-AD65-824A-AADF-DE6D17116FFB}"/>
          </ac:spMkLst>
        </pc:spChg>
        <pc:picChg chg="add">
          <ac:chgData name="CRISTOFHER ANDRES ROJAS ROJAS" userId="ff4a2ee5-b92d-4cf2-97fa-1b800dd1f1dd" providerId="ADAL" clId="{4578CC14-6DAD-489B-AF16-1125D7F8A148}" dt="2020-04-15T04:15:24.325" v="253"/>
          <ac:picMkLst>
            <pc:docMk/>
            <pc:sldMk cId="1702473761" sldId="346"/>
            <ac:picMk id="8" creationId="{6C881E53-0394-443D-BA24-2DCFD2138668}"/>
          </ac:picMkLst>
        </pc:picChg>
      </pc:sldChg>
      <pc:sldChg chg="addSp modSp add modAnim">
        <pc:chgData name="CRISTOFHER ANDRES ROJAS ROJAS" userId="ff4a2ee5-b92d-4cf2-97fa-1b800dd1f1dd" providerId="ADAL" clId="{4578CC14-6DAD-489B-AF16-1125D7F8A148}" dt="2020-04-15T04:16:49.886" v="297"/>
        <pc:sldMkLst>
          <pc:docMk/>
          <pc:sldMk cId="1942762564" sldId="347"/>
        </pc:sldMkLst>
        <pc:spChg chg="mod">
          <ac:chgData name="CRISTOFHER ANDRES ROJAS ROJAS" userId="ff4a2ee5-b92d-4cf2-97fa-1b800dd1f1dd" providerId="ADAL" clId="{4578CC14-6DAD-489B-AF16-1125D7F8A148}" dt="2020-04-15T04:16:01.966" v="279" actId="20577"/>
          <ac:spMkLst>
            <pc:docMk/>
            <pc:sldMk cId="1942762564" sldId="347"/>
            <ac:spMk id="7" creationId="{00000000-0000-0000-0000-000000000000}"/>
          </ac:spMkLst>
        </pc:spChg>
        <pc:picChg chg="add">
          <ac:chgData name="CRISTOFHER ANDRES ROJAS ROJAS" userId="ff4a2ee5-b92d-4cf2-97fa-1b800dd1f1dd" providerId="ADAL" clId="{4578CC14-6DAD-489B-AF16-1125D7F8A148}" dt="2020-04-15T04:15:25.827" v="254"/>
          <ac:picMkLst>
            <pc:docMk/>
            <pc:sldMk cId="1942762564" sldId="347"/>
            <ac:picMk id="8" creationId="{5E349BF5-ED26-4D00-9B68-548253104712}"/>
          </ac:picMkLst>
        </pc:picChg>
      </pc:sldChg>
      <pc:sldChg chg="modSp add modAnim">
        <pc:chgData name="CRISTOFHER ANDRES ROJAS ROJAS" userId="ff4a2ee5-b92d-4cf2-97fa-1b800dd1f1dd" providerId="ADAL" clId="{4578CC14-6DAD-489B-AF16-1125D7F8A148}" dt="2020-04-15T04:18:58.616" v="470"/>
        <pc:sldMkLst>
          <pc:docMk/>
          <pc:sldMk cId="1444201569" sldId="348"/>
        </pc:sldMkLst>
        <pc:spChg chg="mod">
          <ac:chgData name="CRISTOFHER ANDRES ROJAS ROJAS" userId="ff4a2ee5-b92d-4cf2-97fa-1b800dd1f1dd" providerId="ADAL" clId="{4578CC14-6DAD-489B-AF16-1125D7F8A148}" dt="2020-04-15T04:16:16.507" v="291" actId="20577"/>
          <ac:spMkLst>
            <pc:docMk/>
            <pc:sldMk cId="1444201569" sldId="348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04:18:47.846" v="469" actId="20577"/>
          <ac:spMkLst>
            <pc:docMk/>
            <pc:sldMk cId="1444201569" sldId="348"/>
            <ac:spMk id="7" creationId="{00000000-0000-0000-0000-000000000000}"/>
          </ac:spMkLst>
        </pc:spChg>
      </pc:sldChg>
      <pc:sldChg chg="modSp add modAnim">
        <pc:chgData name="CRISTOFHER ANDRES ROJAS ROJAS" userId="ff4a2ee5-b92d-4cf2-97fa-1b800dd1f1dd" providerId="ADAL" clId="{4578CC14-6DAD-489B-AF16-1125D7F8A148}" dt="2020-04-15T04:20:09.457" v="609" actId="20577"/>
        <pc:sldMkLst>
          <pc:docMk/>
          <pc:sldMk cId="3873343043" sldId="349"/>
        </pc:sldMkLst>
        <pc:spChg chg="mod">
          <ac:chgData name="CRISTOFHER ANDRES ROJAS ROJAS" userId="ff4a2ee5-b92d-4cf2-97fa-1b800dd1f1dd" providerId="ADAL" clId="{4578CC14-6DAD-489B-AF16-1125D7F8A148}" dt="2020-04-15T04:19:04.949" v="473" actId="20577"/>
          <ac:spMkLst>
            <pc:docMk/>
            <pc:sldMk cId="3873343043" sldId="349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04:20:09.457" v="609" actId="20577"/>
          <ac:spMkLst>
            <pc:docMk/>
            <pc:sldMk cId="3873343043" sldId="349"/>
            <ac:spMk id="7" creationId="{00000000-0000-0000-0000-000000000000}"/>
          </ac:spMkLst>
        </pc:spChg>
      </pc:sldChg>
      <pc:sldChg chg="new del">
        <pc:chgData name="CRISTOFHER ANDRES ROJAS ROJAS" userId="ff4a2ee5-b92d-4cf2-97fa-1b800dd1f1dd" providerId="ADAL" clId="{4578CC14-6DAD-489B-AF16-1125D7F8A148}" dt="2020-04-15T04:20:13.617" v="611" actId="680"/>
        <pc:sldMkLst>
          <pc:docMk/>
          <pc:sldMk cId="909507210" sldId="350"/>
        </pc:sldMkLst>
      </pc:sldChg>
      <pc:sldChg chg="modSp add modAnim">
        <pc:chgData name="CRISTOFHER ANDRES ROJAS ROJAS" userId="ff4a2ee5-b92d-4cf2-97fa-1b800dd1f1dd" providerId="ADAL" clId="{4578CC14-6DAD-489B-AF16-1125D7F8A148}" dt="2020-04-15T21:53:48.874" v="1229" actId="20577"/>
        <pc:sldMkLst>
          <pc:docMk/>
          <pc:sldMk cId="2108958779" sldId="350"/>
        </pc:sldMkLst>
        <pc:spChg chg="mod">
          <ac:chgData name="CRISTOFHER ANDRES ROJAS ROJAS" userId="ff4a2ee5-b92d-4cf2-97fa-1b800dd1f1dd" providerId="ADAL" clId="{4578CC14-6DAD-489B-AF16-1125D7F8A148}" dt="2020-04-15T04:23:17.050" v="1028" actId="20577"/>
          <ac:spMkLst>
            <pc:docMk/>
            <pc:sldMk cId="2108958779" sldId="350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21:53:48.874" v="1229" actId="20577"/>
          <ac:spMkLst>
            <pc:docMk/>
            <pc:sldMk cId="2108958779" sldId="350"/>
            <ac:spMk id="7" creationId="{00000000-0000-0000-0000-000000000000}"/>
          </ac:spMkLst>
        </pc:spChg>
      </pc:sldChg>
      <pc:sldChg chg="modSp add modAnim">
        <pc:chgData name="CRISTOFHER ANDRES ROJAS ROJAS" userId="ff4a2ee5-b92d-4cf2-97fa-1b800dd1f1dd" providerId="ADAL" clId="{4578CC14-6DAD-489B-AF16-1125D7F8A148}" dt="2020-04-15T21:53:23.391" v="1194" actId="13926"/>
        <pc:sldMkLst>
          <pc:docMk/>
          <pc:sldMk cId="3196129465" sldId="351"/>
        </pc:sldMkLst>
        <pc:spChg chg="mod">
          <ac:chgData name="CRISTOFHER ANDRES ROJAS ROJAS" userId="ff4a2ee5-b92d-4cf2-97fa-1b800dd1f1dd" providerId="ADAL" clId="{4578CC14-6DAD-489B-AF16-1125D7F8A148}" dt="2020-04-15T04:23:26.668" v="1034" actId="20577"/>
          <ac:spMkLst>
            <pc:docMk/>
            <pc:sldMk cId="3196129465" sldId="351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21:53:23.391" v="1194" actId="13926"/>
          <ac:spMkLst>
            <pc:docMk/>
            <pc:sldMk cId="3196129465" sldId="351"/>
            <ac:spMk id="7" creationId="{00000000-0000-0000-0000-000000000000}"/>
          </ac:spMkLst>
        </pc:spChg>
      </pc:sldChg>
      <pc:sldChg chg="modSp add">
        <pc:chgData name="CRISTOFHER ANDRES ROJAS ROJAS" userId="ff4a2ee5-b92d-4cf2-97fa-1b800dd1f1dd" providerId="ADAL" clId="{4578CC14-6DAD-489B-AF16-1125D7F8A148}" dt="2020-04-15T21:53:20.465" v="1193" actId="13926"/>
        <pc:sldMkLst>
          <pc:docMk/>
          <pc:sldMk cId="736109266" sldId="352"/>
        </pc:sldMkLst>
        <pc:spChg chg="mod">
          <ac:chgData name="CRISTOFHER ANDRES ROJAS ROJAS" userId="ff4a2ee5-b92d-4cf2-97fa-1b800dd1f1dd" providerId="ADAL" clId="{4578CC14-6DAD-489B-AF16-1125D7F8A148}" dt="2020-04-15T21:53:20.465" v="1193" actId="13926"/>
          <ac:spMkLst>
            <pc:docMk/>
            <pc:sldMk cId="736109266" sldId="352"/>
            <ac:spMk id="7" creationId="{00000000-0000-0000-0000-000000000000}"/>
          </ac:spMkLst>
        </pc:spChg>
      </pc:sldChg>
      <pc:sldChg chg="add del">
        <pc:chgData name="CRISTOFHER ANDRES ROJAS ROJAS" userId="ff4a2ee5-b92d-4cf2-97fa-1b800dd1f1dd" providerId="ADAL" clId="{4578CC14-6DAD-489B-AF16-1125D7F8A148}" dt="2020-04-15T04:38:00.811" v="1192" actId="47"/>
        <pc:sldMkLst>
          <pc:docMk/>
          <pc:sldMk cId="2583594277" sldId="353"/>
        </pc:sldMkLst>
      </pc:sldChg>
      <pc:sldChg chg="new del">
        <pc:chgData name="CRISTOFHER ANDRES ROJAS ROJAS" userId="ff4a2ee5-b92d-4cf2-97fa-1b800dd1f1dd" providerId="ADAL" clId="{4578CC14-6DAD-489B-AF16-1125D7F8A148}" dt="2020-04-15T04:24:47.406" v="1082" actId="680"/>
        <pc:sldMkLst>
          <pc:docMk/>
          <pc:sldMk cId="2702834430" sldId="353"/>
        </pc:sldMkLst>
      </pc:sldChg>
      <pc:sldChg chg="new del">
        <pc:chgData name="CRISTOFHER ANDRES ROJAS ROJAS" userId="ff4a2ee5-b92d-4cf2-97fa-1b800dd1f1dd" providerId="ADAL" clId="{4578CC14-6DAD-489B-AF16-1125D7F8A148}" dt="2020-04-15T04:25:22.445" v="1086" actId="47"/>
        <pc:sldMkLst>
          <pc:docMk/>
          <pc:sldMk cId="3521599848" sldId="354"/>
        </pc:sldMkLst>
      </pc:sldChg>
      <pc:sldChg chg="addSp modSp add setBg modAnim">
        <pc:chgData name="CRISTOFHER ANDRES ROJAS ROJAS" userId="ff4a2ee5-b92d-4cf2-97fa-1b800dd1f1dd" providerId="ADAL" clId="{4578CC14-6DAD-489B-AF16-1125D7F8A148}" dt="2020-04-15T04:25:59.993" v="1091" actId="20577"/>
        <pc:sldMkLst>
          <pc:docMk/>
          <pc:sldMk cId="2010018448" sldId="374"/>
        </pc:sldMkLst>
        <pc:spChg chg="mod">
          <ac:chgData name="CRISTOFHER ANDRES ROJAS ROJAS" userId="ff4a2ee5-b92d-4cf2-97fa-1b800dd1f1dd" providerId="ADAL" clId="{4578CC14-6DAD-489B-AF16-1125D7F8A148}" dt="2020-04-15T04:25:59.993" v="1091" actId="20577"/>
          <ac:spMkLst>
            <pc:docMk/>
            <pc:sldMk cId="2010018448" sldId="374"/>
            <ac:spMk id="10" creationId="{C1287916-9F87-E541-93BB-A3CA78185987}"/>
          </ac:spMkLst>
        </pc:spChg>
        <pc:picChg chg="add">
          <ac:chgData name="CRISTOFHER ANDRES ROJAS ROJAS" userId="ff4a2ee5-b92d-4cf2-97fa-1b800dd1f1dd" providerId="ADAL" clId="{4578CC14-6DAD-489B-AF16-1125D7F8A148}" dt="2020-04-15T04:25:35.192" v="1088"/>
          <ac:picMkLst>
            <pc:docMk/>
            <pc:sldMk cId="2010018448" sldId="374"/>
            <ac:picMk id="7" creationId="{2DA9AD06-6661-4ED3-B11D-65DB91FEA491}"/>
          </ac:picMkLst>
        </pc:picChg>
      </pc:sldChg>
      <pc:sldChg chg="add">
        <pc:chgData name="CRISTOFHER ANDRES ROJAS ROJAS" userId="ff4a2ee5-b92d-4cf2-97fa-1b800dd1f1dd" providerId="ADAL" clId="{4578CC14-6DAD-489B-AF16-1125D7F8A148}" dt="2020-04-15T04:26:10.430" v="1092"/>
        <pc:sldMkLst>
          <pc:docMk/>
          <pc:sldMk cId="2452545310" sldId="3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21A3B-4B54-478E-9548-A91E1B1C5643}" type="datetimeFigureOut">
              <a:rPr lang="es-CL" smtClean="0"/>
              <a:t>08-10-2024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622E4-1B15-4ED3-B8E2-3FF910AB6EC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7187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37630" y="2417441"/>
            <a:ext cx="11759804" cy="1668070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75261" y="4409758"/>
            <a:ext cx="9684545" cy="198871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93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1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5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69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5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25A25-5545-4DC3-82F0-B0FDAC671EBD}" type="datetime1">
              <a:rPr lang="es-ES" smtClean="0"/>
              <a:t>08/10/2024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8620" y="0"/>
            <a:ext cx="8099801" cy="453218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35361" y="716679"/>
            <a:ext cx="2548466" cy="878042"/>
          </a:xfrm>
          <a:prstGeom prst="rect">
            <a:avLst/>
          </a:prstGeom>
        </p:spPr>
      </p:pic>
      <p:sp>
        <p:nvSpPr>
          <p:cNvPr id="9" name="Marcador de texto 5">
            <a:extLst>
              <a:ext uri="{FF2B5EF4-FFF2-40B4-BE49-F238E27FC236}">
                <a16:creationId xmlns:a16="http://schemas.microsoft.com/office/drawing/2014/main" id="{4BFCA498-348C-4A5E-9EF5-B337E69E3111}"/>
              </a:ext>
            </a:extLst>
          </p:cNvPr>
          <p:cNvSpPr txBox="1">
            <a:spLocks/>
          </p:cNvSpPr>
          <p:nvPr userDrawn="1"/>
        </p:nvSpPr>
        <p:spPr>
          <a:xfrm>
            <a:off x="0" y="6422550"/>
            <a:ext cx="13835063" cy="466725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defPPr>
              <a:defRPr lang="es-ES"/>
            </a:defPPr>
            <a:lvl1pPr marL="0" algn="l" defTabSz="509412" rtl="0" eaLnBrk="1" latinLnBrk="0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09412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8824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237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7649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061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6473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5886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5298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2400" dirty="0">
                <a:solidFill>
                  <a:schemeClr val="tx1"/>
                </a:solidFill>
              </a:rPr>
              <a:t>Semestre II</a:t>
            </a:r>
          </a:p>
        </p:txBody>
      </p: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09357" y="7328707"/>
            <a:ext cx="8099801" cy="45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684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91756" y="311638"/>
            <a:ext cx="10653004" cy="129698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6CFD9-E906-4A4B-952A-0B18D04055BA}" type="datetime1">
              <a:rPr lang="es-ES" smtClean="0"/>
              <a:t>08/10/2024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4A43F8F-EE3E-4CF8-8778-4D390B4923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29220" y="335644"/>
            <a:ext cx="2048314" cy="70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405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2875" y="5000611"/>
            <a:ext cx="11759804" cy="1545577"/>
          </a:xfrm>
        </p:spPr>
        <p:txBody>
          <a:bodyPr anchor="t"/>
          <a:lstStyle>
            <a:lvl1pPr algn="l">
              <a:defRPr sz="4500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92875" y="3298312"/>
            <a:ext cx="11759804" cy="1702296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50939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87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81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758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469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5638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6577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7517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18F2F-B09A-4360-91A4-0970B48AAFB9}" type="datetime1">
              <a:rPr lang="es-ES" smtClean="0"/>
              <a:t>08/10/2024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1548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91754" y="1815786"/>
            <a:ext cx="6110486" cy="5135711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032824" y="1815786"/>
            <a:ext cx="6110486" cy="5135711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774F7-C1E2-463E-B987-CB30F12A832E}" type="datetime1">
              <a:rPr lang="es-ES" smtClean="0"/>
              <a:t>08/10/2024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6943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91754" y="1741927"/>
            <a:ext cx="6112888" cy="725952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9396" indent="0">
              <a:buNone/>
              <a:defRPr sz="2200" b="1"/>
            </a:lvl2pPr>
            <a:lvl3pPr marL="1018793" indent="0">
              <a:buNone/>
              <a:defRPr sz="2000" b="1"/>
            </a:lvl3pPr>
            <a:lvl4pPr marL="1528191" indent="0">
              <a:buNone/>
              <a:defRPr sz="1800" b="1"/>
            </a:lvl4pPr>
            <a:lvl5pPr marL="2037587" indent="0">
              <a:buNone/>
              <a:defRPr sz="1800" b="1"/>
            </a:lvl5pPr>
            <a:lvl6pPr marL="2546984" indent="0">
              <a:buNone/>
              <a:defRPr sz="1800" b="1"/>
            </a:lvl6pPr>
            <a:lvl7pPr marL="3056381" indent="0">
              <a:buNone/>
              <a:defRPr sz="1800" b="1"/>
            </a:lvl7pPr>
            <a:lvl8pPr marL="3565779" indent="0">
              <a:buNone/>
              <a:defRPr sz="1800" b="1"/>
            </a:lvl8pPr>
            <a:lvl9pPr marL="4075175" indent="0">
              <a:buNone/>
              <a:defRPr sz="18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91754" y="2467879"/>
            <a:ext cx="6112888" cy="4483614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028021" y="1741927"/>
            <a:ext cx="6115290" cy="725952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9396" indent="0">
              <a:buNone/>
              <a:defRPr sz="2200" b="1"/>
            </a:lvl2pPr>
            <a:lvl3pPr marL="1018793" indent="0">
              <a:buNone/>
              <a:defRPr sz="2000" b="1"/>
            </a:lvl3pPr>
            <a:lvl4pPr marL="1528191" indent="0">
              <a:buNone/>
              <a:defRPr sz="1800" b="1"/>
            </a:lvl4pPr>
            <a:lvl5pPr marL="2037587" indent="0">
              <a:buNone/>
              <a:defRPr sz="1800" b="1"/>
            </a:lvl5pPr>
            <a:lvl6pPr marL="2546984" indent="0">
              <a:buNone/>
              <a:defRPr sz="1800" b="1"/>
            </a:lvl6pPr>
            <a:lvl7pPr marL="3056381" indent="0">
              <a:buNone/>
              <a:defRPr sz="1800" b="1"/>
            </a:lvl7pPr>
            <a:lvl8pPr marL="3565779" indent="0">
              <a:buNone/>
              <a:defRPr sz="1800" b="1"/>
            </a:lvl8pPr>
            <a:lvl9pPr marL="4075175" indent="0">
              <a:buNone/>
              <a:defRPr sz="18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028021" y="2467879"/>
            <a:ext cx="6115290" cy="4483614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9CE3E-D85E-4C07-8DF3-EE81179FC87C}" type="datetime1">
              <a:rPr lang="es-ES" smtClean="0"/>
              <a:t>08/10/2024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2936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8DCAB-65C6-4818-B03E-FEB86B5BD72A}" type="datetime1">
              <a:rPr lang="es-ES" smtClean="0"/>
              <a:t>08/10/2024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6677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C3DC4-CADC-432B-90E3-19D9DE894AD9}" type="datetime1">
              <a:rPr lang="es-ES" smtClean="0"/>
              <a:t>08/10/2024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0940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91756" y="309836"/>
            <a:ext cx="4551641" cy="1318604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409125" y="309840"/>
            <a:ext cx="7734184" cy="6641657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7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91756" y="1628444"/>
            <a:ext cx="4551641" cy="5323053"/>
          </a:xfrm>
        </p:spPr>
        <p:txBody>
          <a:bodyPr/>
          <a:lstStyle>
            <a:lvl1pPr marL="0" indent="0">
              <a:buNone/>
              <a:defRPr sz="1600"/>
            </a:lvl1pPr>
            <a:lvl2pPr marL="509396" indent="0">
              <a:buNone/>
              <a:defRPr sz="1300"/>
            </a:lvl2pPr>
            <a:lvl3pPr marL="1018793" indent="0">
              <a:buNone/>
              <a:defRPr sz="1100"/>
            </a:lvl3pPr>
            <a:lvl4pPr marL="1528191" indent="0">
              <a:buNone/>
              <a:defRPr sz="1000"/>
            </a:lvl4pPr>
            <a:lvl5pPr marL="2037587" indent="0">
              <a:buNone/>
              <a:defRPr sz="1000"/>
            </a:lvl5pPr>
            <a:lvl6pPr marL="2546984" indent="0">
              <a:buNone/>
              <a:defRPr sz="1000"/>
            </a:lvl6pPr>
            <a:lvl7pPr marL="3056381" indent="0">
              <a:buNone/>
              <a:defRPr sz="1000"/>
            </a:lvl7pPr>
            <a:lvl8pPr marL="3565779" indent="0">
              <a:buNone/>
              <a:defRPr sz="1000"/>
            </a:lvl8pPr>
            <a:lvl9pPr marL="4075175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0F5A9-E6B8-4D75-B6F0-6363C62A9461}" type="datetime1">
              <a:rPr lang="es-ES" smtClean="0"/>
              <a:t>08/10/2024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7748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11771" y="5447348"/>
            <a:ext cx="8301038" cy="643090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711771" y="695332"/>
            <a:ext cx="8301038" cy="4669155"/>
          </a:xfrm>
        </p:spPr>
        <p:txBody>
          <a:bodyPr/>
          <a:lstStyle>
            <a:lvl1pPr marL="0" indent="0">
              <a:buNone/>
              <a:defRPr sz="3600"/>
            </a:lvl1pPr>
            <a:lvl2pPr marL="509396" indent="0">
              <a:buNone/>
              <a:defRPr sz="3100"/>
            </a:lvl2pPr>
            <a:lvl3pPr marL="1018793" indent="0">
              <a:buNone/>
              <a:defRPr sz="2700"/>
            </a:lvl3pPr>
            <a:lvl4pPr marL="1528191" indent="0">
              <a:buNone/>
              <a:defRPr sz="2200"/>
            </a:lvl4pPr>
            <a:lvl5pPr marL="2037587" indent="0">
              <a:buNone/>
              <a:defRPr sz="2200"/>
            </a:lvl5pPr>
            <a:lvl6pPr marL="2546984" indent="0">
              <a:buNone/>
              <a:defRPr sz="2200"/>
            </a:lvl6pPr>
            <a:lvl7pPr marL="3056381" indent="0">
              <a:buNone/>
              <a:defRPr sz="2200"/>
            </a:lvl7pPr>
            <a:lvl8pPr marL="3565779" indent="0">
              <a:buNone/>
              <a:defRPr sz="2200"/>
            </a:lvl8pPr>
            <a:lvl9pPr marL="4075175" indent="0">
              <a:buNone/>
              <a:defRPr sz="22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711771" y="6090441"/>
            <a:ext cx="8301038" cy="913295"/>
          </a:xfrm>
        </p:spPr>
        <p:txBody>
          <a:bodyPr/>
          <a:lstStyle>
            <a:lvl1pPr marL="0" indent="0">
              <a:buNone/>
              <a:defRPr sz="1600"/>
            </a:lvl1pPr>
            <a:lvl2pPr marL="509396" indent="0">
              <a:buNone/>
              <a:defRPr sz="1300"/>
            </a:lvl2pPr>
            <a:lvl3pPr marL="1018793" indent="0">
              <a:buNone/>
              <a:defRPr sz="1100"/>
            </a:lvl3pPr>
            <a:lvl4pPr marL="1528191" indent="0">
              <a:buNone/>
              <a:defRPr sz="1000"/>
            </a:lvl4pPr>
            <a:lvl5pPr marL="2037587" indent="0">
              <a:buNone/>
              <a:defRPr sz="1000"/>
            </a:lvl5pPr>
            <a:lvl6pPr marL="2546984" indent="0">
              <a:buNone/>
              <a:defRPr sz="1000"/>
            </a:lvl6pPr>
            <a:lvl7pPr marL="3056381" indent="0">
              <a:buNone/>
              <a:defRPr sz="1000"/>
            </a:lvl7pPr>
            <a:lvl8pPr marL="3565779" indent="0">
              <a:buNone/>
              <a:defRPr sz="1000"/>
            </a:lvl8pPr>
            <a:lvl9pPr marL="4075175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E2EF4-72E9-446C-B6F6-A2528C8C469D}" type="datetime1">
              <a:rPr lang="es-ES" smtClean="0"/>
              <a:t>08/10/2024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5181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A0D30-77A6-428E-A786-7D3A7FF1AFD9}" type="datetime1">
              <a:rPr lang="es-ES" smtClean="0"/>
              <a:t>08/10/2024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886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030422" y="311642"/>
            <a:ext cx="3112889" cy="6639855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91755" y="311642"/>
            <a:ext cx="9108083" cy="663985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9518D-84EB-452F-B513-69E23E37C6C5}" type="datetime1">
              <a:rPr lang="es-ES" smtClean="0"/>
              <a:t>08/10/2024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2940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91755" y="311638"/>
            <a:ext cx="12451557" cy="1296988"/>
          </a:xfrm>
          <a:prstGeom prst="rect">
            <a:avLst/>
          </a:prstGeom>
        </p:spPr>
        <p:txBody>
          <a:bodyPr vert="horz" lIns="101882" tIns="50941" rIns="101882" bIns="50941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91755" y="1815786"/>
            <a:ext cx="12451557" cy="5135711"/>
          </a:xfrm>
          <a:prstGeom prst="rect">
            <a:avLst/>
          </a:prstGeom>
        </p:spPr>
        <p:txBody>
          <a:bodyPr vert="horz" lIns="101882" tIns="50941" rIns="101882" bIns="50941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91754" y="7212695"/>
            <a:ext cx="3228182" cy="414315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3FFE4-C8E7-42C6-B2A3-B6F9AD8D08AE}" type="datetime1">
              <a:rPr lang="es-ES" smtClean="0"/>
              <a:t>08/10/2024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726980" y="7212695"/>
            <a:ext cx="4381104" cy="414315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9915129" y="7212695"/>
            <a:ext cx="3228182" cy="414315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A54BD-AC63-BC40-87B5-8F267BC056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3945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509396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2048" indent="-382048" algn="l" defTabSz="509396" rtl="0" eaLnBrk="1" latinLnBrk="0" hangingPunct="1">
        <a:spcBef>
          <a:spcPct val="20000"/>
        </a:spcBef>
        <a:buFont typeface="Arial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27770" indent="-318374" algn="l" defTabSz="509396" rtl="0" eaLnBrk="1" latinLnBrk="0" hangingPunct="1">
        <a:spcBef>
          <a:spcPct val="20000"/>
        </a:spcBef>
        <a:buFont typeface="Arial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73492" indent="-254698" algn="l" defTabSz="509396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82889" indent="-254698" algn="l" defTabSz="509396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92286" indent="-254698" algn="l" defTabSz="509396" rtl="0" eaLnBrk="1" latinLnBrk="0" hangingPunct="1">
        <a:spcBef>
          <a:spcPct val="20000"/>
        </a:spcBef>
        <a:buFont typeface="Arial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01683" indent="-254698" algn="l" defTabSz="509396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080" indent="-254698" algn="l" defTabSz="509396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477" indent="-254698" algn="l" defTabSz="509396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29874" indent="-254698" algn="l" defTabSz="509396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396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793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191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587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984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381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779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175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Base de Datos</a:t>
            </a:r>
            <a:br>
              <a:rPr lang="es-E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s-E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Ingeniería Civil Informática.</a:t>
            </a:r>
            <a:endParaRPr lang="es-CL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/>
              <a:t>Carlos Andrés Castro Bustamante</a:t>
            </a:r>
          </a:p>
          <a:p>
            <a:r>
              <a:rPr lang="es-CL" dirty="0"/>
              <a:t>ccastrob@ucm.cl</a:t>
            </a:r>
          </a:p>
          <a:p>
            <a:endParaRPr lang="es-CL" dirty="0"/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5329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Cursores PL/SQL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20000"/>
              </a:lnSpc>
            </a:pPr>
            <a:r>
              <a:rPr lang="es-ES" dirty="0"/>
              <a:t>Los cursores se utilizan en PL/SQL para manejar las instrucciones SELECT. </a:t>
            </a:r>
          </a:p>
          <a:p>
            <a:pPr algn="just">
              <a:lnSpc>
                <a:spcPct val="120000"/>
              </a:lnSpc>
            </a:pPr>
            <a:r>
              <a:rPr lang="es-ES" dirty="0"/>
              <a:t>Un cursor está formado por un conjunto de registros devueltos por una instrucción SQL del tipo SELECT. </a:t>
            </a:r>
          </a:p>
          <a:p>
            <a:pPr algn="just">
              <a:lnSpc>
                <a:spcPct val="120000"/>
              </a:lnSpc>
            </a:pPr>
            <a:r>
              <a:rPr lang="es-ES" dirty="0"/>
              <a:t>Desde un punto </a:t>
            </a:r>
            <a:r>
              <a:rPr lang="es-ES"/>
              <a:t>de vista </a:t>
            </a:r>
            <a:r>
              <a:rPr lang="es-ES" dirty="0"/>
              <a:t>interno a la base de datos Oracle, los cursores son segmentos de memoria utilizados para realizar operaciones con los registros devueltos tras ejecutar una sentencia SELECT.</a:t>
            </a:r>
          </a:p>
        </p:txBody>
      </p:sp>
    </p:spTree>
    <p:extLst>
      <p:ext uri="{BB962C8B-B14F-4D97-AF65-F5344CB8AC3E}">
        <p14:creationId xmlns:p14="http://schemas.microsoft.com/office/powerpoint/2010/main" val="3907754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Cursores PL/SQL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s-ES" dirty="0"/>
              <a:t>Similar a programación podría verse como un Arreglo, el cual con los valores rescatados, se pueden realizar operaciones.</a:t>
            </a:r>
          </a:p>
        </p:txBody>
      </p:sp>
    </p:spTree>
    <p:extLst>
      <p:ext uri="{BB962C8B-B14F-4D97-AF65-F5344CB8AC3E}">
        <p14:creationId xmlns:p14="http://schemas.microsoft.com/office/powerpoint/2010/main" val="3165452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Cursores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 pueden distinguir dos tipos de cursores:</a:t>
            </a:r>
          </a:p>
          <a:p>
            <a:pPr lvl="1"/>
            <a:r>
              <a:rPr lang="es-ES" b="1" dirty="0"/>
              <a:t>Implícitos</a:t>
            </a:r>
            <a:r>
              <a:rPr lang="es-ES" dirty="0"/>
              <a:t>: Se utilizan cuando la instrucción SELECT devuelve un solo registro</a:t>
            </a:r>
          </a:p>
          <a:p>
            <a:pPr lvl="1"/>
            <a:r>
              <a:rPr lang="es-ES" b="1" dirty="0"/>
              <a:t>Explícitos</a:t>
            </a:r>
            <a:r>
              <a:rPr lang="es-ES" dirty="0"/>
              <a:t>: Se utilizan cuando la instrucción SELECT puede devolver varios registros. </a:t>
            </a:r>
          </a:p>
          <a:p>
            <a:pPr marL="821409" lvl="1" indent="0">
              <a:buNone/>
            </a:pPr>
            <a:r>
              <a:rPr lang="es-ES" dirty="0"/>
              <a:t>También se pueden utilizar en consultas que devuelvan un solo registro por razones de eficiencia con respecto a los cursores implícitos, eficiencia que mejorará especialmente si el cursor explícito se tiene que ejecutar varias veces dentro del bloque de código PL/SQL.</a:t>
            </a:r>
          </a:p>
        </p:txBody>
      </p:sp>
    </p:spTree>
    <p:extLst>
      <p:ext uri="{BB962C8B-B14F-4D97-AF65-F5344CB8AC3E}">
        <p14:creationId xmlns:p14="http://schemas.microsoft.com/office/powerpoint/2010/main" val="486823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s-ES" b="1" dirty="0"/>
              <a:t>Estructura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143" y="3174472"/>
            <a:ext cx="6303199" cy="1905072"/>
          </a:xfrm>
          <a:prstGeom prst="rect">
            <a:avLst/>
          </a:prstGeom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1124320" y="587247"/>
            <a:ext cx="10710055" cy="1504146"/>
          </a:xfrm>
          <a:prstGeom prst="rect">
            <a:avLst/>
          </a:prstGeom>
        </p:spPr>
        <p:txBody>
          <a:bodyPr vert="horz" lIns="103759" tIns="51880" rIns="103759" bIns="5188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s-CL" sz="3200" kern="1200" dirty="0" smtClean="0">
                <a:solidFill>
                  <a:srgbClr val="355C8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s-ES" sz="3631"/>
              <a:t>Cursores PL/SQL</a:t>
            </a:r>
          </a:p>
        </p:txBody>
      </p:sp>
    </p:spTree>
    <p:extLst>
      <p:ext uri="{BB962C8B-B14F-4D97-AF65-F5344CB8AC3E}">
        <p14:creationId xmlns:p14="http://schemas.microsoft.com/office/powerpoint/2010/main" val="1156759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ES" dirty="0"/>
              <a:t>Restricciones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No incluya la cláusula INTO en la declaración del cursor.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Si es necesario procesar filas en algún orden, incluya la cláusula ORDER BY.</a:t>
            </a: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951389" y="414315"/>
            <a:ext cx="10710055" cy="1504146"/>
          </a:xfrm>
        </p:spPr>
        <p:txBody>
          <a:bodyPr/>
          <a:lstStyle/>
          <a:p>
            <a:r>
              <a:rPr lang="es-ES" dirty="0"/>
              <a:t>Cursores PL/SQL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51686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s-ES" b="1" dirty="0"/>
              <a:t>Ejemplo</a:t>
            </a: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951389" y="414315"/>
            <a:ext cx="10710055" cy="1504146"/>
          </a:xfrm>
        </p:spPr>
        <p:txBody>
          <a:bodyPr/>
          <a:lstStyle/>
          <a:p>
            <a:r>
              <a:rPr lang="es-ES" dirty="0"/>
              <a:t>Cursores PL/SQL</a:t>
            </a:r>
            <a:endParaRPr lang="es-CL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218" y="2739482"/>
            <a:ext cx="10278626" cy="462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307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Preguntas</a:t>
            </a:r>
          </a:p>
        </p:txBody>
      </p:sp>
      <p:pic>
        <p:nvPicPr>
          <p:cNvPr id="4098" name="Picture 2" descr="http://1.bp.blogspot.com/-UcYAOb-TVhE/UPW3rKZPhnI/AAAAAAAAAGI/bLygTk07kAY/s1600/face_question_mark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49677" y="1815784"/>
            <a:ext cx="5135711" cy="5135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59584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9945</TotalTime>
  <Words>235</Words>
  <Application>Microsoft Office PowerPoint</Application>
  <PresentationFormat>Personalizado</PresentationFormat>
  <Paragraphs>24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Verdana</vt:lpstr>
      <vt:lpstr>Tema de Office</vt:lpstr>
      <vt:lpstr>Base de Datos Ingeniería Civil Informática.</vt:lpstr>
      <vt:lpstr>Cursores PL/SQL</vt:lpstr>
      <vt:lpstr>Cursores PL/SQL</vt:lpstr>
      <vt:lpstr>Tipos de Cursores</vt:lpstr>
      <vt:lpstr>Presentación de PowerPoint</vt:lpstr>
      <vt:lpstr>Cursores PL/SQL</vt:lpstr>
      <vt:lpstr>Cursores PL/SQL</vt:lpstr>
      <vt:lpstr>Preguntas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Laboratorio: Programación aplicada a la resolución de problemas de Ingeniería</dc:title>
  <dc:creator>Eric</dc:creator>
  <cp:lastModifiedBy>Carlos Castro Bustamante</cp:lastModifiedBy>
  <cp:revision>289</cp:revision>
  <dcterms:created xsi:type="dcterms:W3CDTF">2020-04-15T04:11:33Z</dcterms:created>
  <dcterms:modified xsi:type="dcterms:W3CDTF">2024-10-08T13:17:21Z</dcterms:modified>
</cp:coreProperties>
</file>