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513" r:id="rId2"/>
    <p:sldId id="536" r:id="rId3"/>
    <p:sldId id="512" r:id="rId4"/>
    <p:sldId id="546" r:id="rId5"/>
    <p:sldId id="547" r:id="rId6"/>
    <p:sldId id="548" r:id="rId7"/>
    <p:sldId id="549" r:id="rId8"/>
    <p:sldId id="550" r:id="rId9"/>
    <p:sldId id="551" r:id="rId10"/>
    <p:sldId id="552" r:id="rId11"/>
    <p:sldId id="553" r:id="rId12"/>
    <p:sldId id="554" r:id="rId13"/>
    <p:sldId id="555" r:id="rId14"/>
    <p:sldId id="556" r:id="rId15"/>
    <p:sldId id="557" r:id="rId16"/>
    <p:sldId id="558" r:id="rId17"/>
    <p:sldId id="559" r:id="rId18"/>
    <p:sldId id="560" r:id="rId19"/>
    <p:sldId id="535" r:id="rId20"/>
  </p:sldIdLst>
  <p:sldSz cx="13835063" cy="7781925"/>
  <p:notesSz cx="6858000" cy="9144000"/>
  <p:defaultTextStyle>
    <a:defPPr>
      <a:defRPr lang="es-E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1" userDrawn="1">
          <p15:clr>
            <a:srgbClr val="A4A3A4"/>
          </p15:clr>
        </p15:guide>
        <p15:guide id="2" pos="43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8D"/>
    <a:srgbClr val="3A4A6A"/>
    <a:srgbClr val="385D8B"/>
    <a:srgbClr val="ACE946"/>
    <a:srgbClr val="6633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86" autoAdjust="0"/>
    <p:restoredTop sz="93091" autoAdjust="0"/>
  </p:normalViewPr>
  <p:slideViewPr>
    <p:cSldViewPr snapToGrid="0" snapToObjects="1">
      <p:cViewPr varScale="1">
        <p:scale>
          <a:sx n="59" d="100"/>
          <a:sy n="59" d="100"/>
        </p:scale>
        <p:origin x="480" y="52"/>
      </p:cViewPr>
      <p:guideLst>
        <p:guide orient="horz" pos="2451"/>
        <p:guide pos="4358"/>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OFHER ANDRES ROJAS ROJAS" userId="ff4a2ee5-b92d-4cf2-97fa-1b800dd1f1dd" providerId="ADAL" clId="{41A92D29-8BD5-40EA-B071-4A942BDDCEE0}"/>
    <pc:docChg chg="undo custSel addSld delSld modSld">
      <pc:chgData name="CRISTOFHER ANDRES ROJAS ROJAS" userId="ff4a2ee5-b92d-4cf2-97fa-1b800dd1f1dd" providerId="ADAL" clId="{41A92D29-8BD5-40EA-B071-4A942BDDCEE0}" dt="2020-04-22T09:38:19.948" v="1273" actId="47"/>
      <pc:docMkLst>
        <pc:docMk/>
      </pc:docMkLst>
      <pc:sldChg chg="modSp">
        <pc:chgData name="CRISTOFHER ANDRES ROJAS ROJAS" userId="ff4a2ee5-b92d-4cf2-97fa-1b800dd1f1dd" providerId="ADAL" clId="{41A92D29-8BD5-40EA-B071-4A942BDDCEE0}" dt="2020-04-22T08:53:20.797" v="38" actId="20577"/>
        <pc:sldMkLst>
          <pc:docMk/>
          <pc:sldMk cId="2505037563" sldId="256"/>
        </pc:sldMkLst>
        <pc:spChg chg="mod">
          <ac:chgData name="CRISTOFHER ANDRES ROJAS ROJAS" userId="ff4a2ee5-b92d-4cf2-97fa-1b800dd1f1dd" providerId="ADAL" clId="{41A92D29-8BD5-40EA-B071-4A942BDDCEE0}" dt="2020-04-22T08:53:20.797" v="38" actId="20577"/>
          <ac:spMkLst>
            <pc:docMk/>
            <pc:sldMk cId="2505037563" sldId="256"/>
            <ac:spMk id="8" creationId="{4B3C8749-A33F-49FE-B61E-25BC4F1F402D}"/>
          </ac:spMkLst>
        </pc:spChg>
      </pc:sldChg>
      <pc:sldChg chg="delSp modSp modAnim">
        <pc:chgData name="CRISTOFHER ANDRES ROJAS ROJAS" userId="ff4a2ee5-b92d-4cf2-97fa-1b800dd1f1dd" providerId="ADAL" clId="{41A92D29-8BD5-40EA-B071-4A942BDDCEE0}" dt="2020-04-22T09:04:29.912" v="482"/>
        <pc:sldMkLst>
          <pc:docMk/>
          <pc:sldMk cId="1682723415" sldId="257"/>
        </pc:sldMkLst>
        <pc:spChg chg="mod">
          <ac:chgData name="CRISTOFHER ANDRES ROJAS ROJAS" userId="ff4a2ee5-b92d-4cf2-97fa-1b800dd1f1dd" providerId="ADAL" clId="{41A92D29-8BD5-40EA-B071-4A942BDDCEE0}" dt="2020-04-22T09:04:26.947" v="481" actId="5793"/>
          <ac:spMkLst>
            <pc:docMk/>
            <pc:sldMk cId="1682723415" sldId="257"/>
            <ac:spMk id="3" creationId="{00000000-0000-0000-0000-000000000000}"/>
          </ac:spMkLst>
        </pc:spChg>
        <pc:spChg chg="mod">
          <ac:chgData name="CRISTOFHER ANDRES ROJAS ROJAS" userId="ff4a2ee5-b92d-4cf2-97fa-1b800dd1f1dd" providerId="ADAL" clId="{41A92D29-8BD5-40EA-B071-4A942BDDCEE0}" dt="2020-04-22T09:00:58.523" v="390" actId="20577"/>
          <ac:spMkLst>
            <pc:docMk/>
            <pc:sldMk cId="1682723415" sldId="257"/>
            <ac:spMk id="9" creationId="{7657357B-CCE3-49B3-BAC6-B043C23EBB0D}"/>
          </ac:spMkLst>
        </pc:spChg>
        <pc:picChg chg="del">
          <ac:chgData name="CRISTOFHER ANDRES ROJAS ROJAS" userId="ff4a2ee5-b92d-4cf2-97fa-1b800dd1f1dd" providerId="ADAL" clId="{41A92D29-8BD5-40EA-B071-4A942BDDCEE0}" dt="2020-04-22T08:55:39.796" v="138" actId="478"/>
          <ac:picMkLst>
            <pc:docMk/>
            <pc:sldMk cId="1682723415" sldId="257"/>
            <ac:picMk id="2050" creationId="{EA2EA1A3-8C8E-48F3-B74B-E3391C7938B4}"/>
          </ac:picMkLst>
        </pc:picChg>
      </pc:sldChg>
      <pc:sldChg chg="modSp modAnim">
        <pc:chgData name="CRISTOFHER ANDRES ROJAS ROJAS" userId="ff4a2ee5-b92d-4cf2-97fa-1b800dd1f1dd" providerId="ADAL" clId="{41A92D29-8BD5-40EA-B071-4A942BDDCEE0}" dt="2020-04-22T09:08:26.083" v="562" actId="20577"/>
        <pc:sldMkLst>
          <pc:docMk/>
          <pc:sldMk cId="2707598819" sldId="260"/>
        </pc:sldMkLst>
        <pc:spChg chg="mod">
          <ac:chgData name="CRISTOFHER ANDRES ROJAS ROJAS" userId="ff4a2ee5-b92d-4cf2-97fa-1b800dd1f1dd" providerId="ADAL" clId="{41A92D29-8BD5-40EA-B071-4A942BDDCEE0}" dt="2020-04-22T09:08:26.083" v="562" actId="20577"/>
          <ac:spMkLst>
            <pc:docMk/>
            <pc:sldMk cId="2707598819" sldId="260"/>
            <ac:spMk id="3" creationId="{00000000-0000-0000-0000-000000000000}"/>
          </ac:spMkLst>
        </pc:spChg>
      </pc:sldChg>
      <pc:sldChg chg="addSp delSp modSp del">
        <pc:chgData name="CRISTOFHER ANDRES ROJAS ROJAS" userId="ff4a2ee5-b92d-4cf2-97fa-1b800dd1f1dd" providerId="ADAL" clId="{41A92D29-8BD5-40EA-B071-4A942BDDCEE0}" dt="2020-04-22T09:01:01.620" v="391" actId="47"/>
        <pc:sldMkLst>
          <pc:docMk/>
          <pc:sldMk cId="1882310351" sldId="261"/>
        </pc:sldMkLst>
        <pc:spChg chg="add mod">
          <ac:chgData name="CRISTOFHER ANDRES ROJAS ROJAS" userId="ff4a2ee5-b92d-4cf2-97fa-1b800dd1f1dd" providerId="ADAL" clId="{41A92D29-8BD5-40EA-B071-4A942BDDCEE0}" dt="2020-04-22T08:55:35.560" v="135" actId="478"/>
          <ac:spMkLst>
            <pc:docMk/>
            <pc:sldMk cId="1882310351" sldId="261"/>
            <ac:spMk id="2" creationId="{153D81F5-1655-4E6C-8E78-ED4778BC00BB}"/>
          </ac:spMkLst>
        </pc:spChg>
        <pc:picChg chg="del">
          <ac:chgData name="CRISTOFHER ANDRES ROJAS ROJAS" userId="ff4a2ee5-b92d-4cf2-97fa-1b800dd1f1dd" providerId="ADAL" clId="{41A92D29-8BD5-40EA-B071-4A942BDDCEE0}" dt="2020-04-22T08:55:35.560" v="135" actId="478"/>
          <ac:picMkLst>
            <pc:docMk/>
            <pc:sldMk cId="1882310351" sldId="261"/>
            <ac:picMk id="1026" creationId="{C4A1D1E8-E136-467D-B331-0899B1DF1AAA}"/>
          </ac:picMkLst>
        </pc:picChg>
      </pc:sldChg>
      <pc:sldChg chg="modSp modAnim">
        <pc:chgData name="CRISTOFHER ANDRES ROJAS ROJAS" userId="ff4a2ee5-b92d-4cf2-97fa-1b800dd1f1dd" providerId="ADAL" clId="{41A92D29-8BD5-40EA-B071-4A942BDDCEE0}" dt="2020-04-22T09:05:42.850" v="492" actId="1076"/>
        <pc:sldMkLst>
          <pc:docMk/>
          <pc:sldMk cId="2659890596" sldId="262"/>
        </pc:sldMkLst>
        <pc:spChg chg="mod">
          <ac:chgData name="CRISTOFHER ANDRES ROJAS ROJAS" userId="ff4a2ee5-b92d-4cf2-97fa-1b800dd1f1dd" providerId="ADAL" clId="{41A92D29-8BD5-40EA-B071-4A942BDDCEE0}" dt="2020-04-22T09:05:20.689" v="490" actId="403"/>
          <ac:spMkLst>
            <pc:docMk/>
            <pc:sldMk cId="2659890596" sldId="262"/>
            <ac:spMk id="3" creationId="{00000000-0000-0000-0000-000000000000}"/>
          </ac:spMkLst>
        </pc:spChg>
        <pc:spChg chg="mod">
          <ac:chgData name="CRISTOFHER ANDRES ROJAS ROJAS" userId="ff4a2ee5-b92d-4cf2-97fa-1b800dd1f1dd" providerId="ADAL" clId="{41A92D29-8BD5-40EA-B071-4A942BDDCEE0}" dt="2020-04-22T09:05:42.850" v="492" actId="1076"/>
          <ac:spMkLst>
            <pc:docMk/>
            <pc:sldMk cId="2659890596" sldId="262"/>
            <ac:spMk id="7" creationId="{A5E2500C-D187-4F08-8D98-3D33BFEA4C8C}"/>
          </ac:spMkLst>
        </pc:spChg>
      </pc:sldChg>
      <pc:sldChg chg="modSp">
        <pc:chgData name="CRISTOFHER ANDRES ROJAS ROJAS" userId="ff4a2ee5-b92d-4cf2-97fa-1b800dd1f1dd" providerId="ADAL" clId="{41A92D29-8BD5-40EA-B071-4A942BDDCEE0}" dt="2020-04-22T09:05:36.882" v="491"/>
        <pc:sldMkLst>
          <pc:docMk/>
          <pc:sldMk cId="1702473761" sldId="346"/>
        </pc:sldMkLst>
        <pc:spChg chg="mod">
          <ac:chgData name="CRISTOFHER ANDRES ROJAS ROJAS" userId="ff4a2ee5-b92d-4cf2-97fa-1b800dd1f1dd" providerId="ADAL" clId="{41A92D29-8BD5-40EA-B071-4A942BDDCEE0}" dt="2020-04-22T09:05:36.882" v="491"/>
          <ac:spMkLst>
            <pc:docMk/>
            <pc:sldMk cId="1702473761" sldId="346"/>
            <ac:spMk id="6" creationId="{00000000-0000-0000-0000-000000000000}"/>
          </ac:spMkLst>
        </pc:spChg>
      </pc:sldChg>
      <pc:sldChg chg="modSp modAnim">
        <pc:chgData name="CRISTOFHER ANDRES ROJAS ROJAS" userId="ff4a2ee5-b92d-4cf2-97fa-1b800dd1f1dd" providerId="ADAL" clId="{41A92D29-8BD5-40EA-B071-4A942BDDCEE0}" dt="2020-04-22T09:07:06.302" v="520" actId="27636"/>
        <pc:sldMkLst>
          <pc:docMk/>
          <pc:sldMk cId="1444201569" sldId="348"/>
        </pc:sldMkLst>
        <pc:spChg chg="mod">
          <ac:chgData name="CRISTOFHER ANDRES ROJAS ROJAS" userId="ff4a2ee5-b92d-4cf2-97fa-1b800dd1f1dd" providerId="ADAL" clId="{41A92D29-8BD5-40EA-B071-4A942BDDCEE0}" dt="2020-04-22T09:06:37.529" v="501" actId="20577"/>
          <ac:spMkLst>
            <pc:docMk/>
            <pc:sldMk cId="1444201569" sldId="348"/>
            <ac:spMk id="6" creationId="{00000000-0000-0000-0000-000000000000}"/>
          </ac:spMkLst>
        </pc:spChg>
        <pc:spChg chg="mod">
          <ac:chgData name="CRISTOFHER ANDRES ROJAS ROJAS" userId="ff4a2ee5-b92d-4cf2-97fa-1b800dd1f1dd" providerId="ADAL" clId="{41A92D29-8BD5-40EA-B071-4A942BDDCEE0}" dt="2020-04-22T09:07:06.302" v="520" actId="27636"/>
          <ac:spMkLst>
            <pc:docMk/>
            <pc:sldMk cId="1444201569" sldId="348"/>
            <ac:spMk id="7" creationId="{00000000-0000-0000-0000-000000000000}"/>
          </ac:spMkLst>
        </pc:spChg>
      </pc:sldChg>
      <pc:sldChg chg="modSp modAnim">
        <pc:chgData name="CRISTOFHER ANDRES ROJAS ROJAS" userId="ff4a2ee5-b92d-4cf2-97fa-1b800dd1f1dd" providerId="ADAL" clId="{41A92D29-8BD5-40EA-B071-4A942BDDCEE0}" dt="2020-04-22T09:08:08.436" v="538" actId="255"/>
        <pc:sldMkLst>
          <pc:docMk/>
          <pc:sldMk cId="3873343043" sldId="349"/>
        </pc:sldMkLst>
        <pc:spChg chg="mod">
          <ac:chgData name="CRISTOFHER ANDRES ROJAS ROJAS" userId="ff4a2ee5-b92d-4cf2-97fa-1b800dd1f1dd" providerId="ADAL" clId="{41A92D29-8BD5-40EA-B071-4A942BDDCEE0}" dt="2020-04-22T09:08:08.436" v="538" actId="255"/>
          <ac:spMkLst>
            <pc:docMk/>
            <pc:sldMk cId="3873343043" sldId="349"/>
            <ac:spMk id="7" creationId="{00000000-0000-0000-0000-000000000000}"/>
          </ac:spMkLst>
        </pc:spChg>
      </pc:sldChg>
      <pc:sldChg chg="addSp delSp modSp modAnim">
        <pc:chgData name="CRISTOFHER ANDRES ROJAS ROJAS" userId="ff4a2ee5-b92d-4cf2-97fa-1b800dd1f1dd" providerId="ADAL" clId="{41A92D29-8BD5-40EA-B071-4A942BDDCEE0}" dt="2020-04-22T09:38:13.775" v="1272" actId="478"/>
        <pc:sldMkLst>
          <pc:docMk/>
          <pc:sldMk cId="2108958779" sldId="350"/>
        </pc:sldMkLst>
        <pc:spChg chg="add del mod">
          <ac:chgData name="CRISTOFHER ANDRES ROJAS ROJAS" userId="ff4a2ee5-b92d-4cf2-97fa-1b800dd1f1dd" providerId="ADAL" clId="{41A92D29-8BD5-40EA-B071-4A942BDDCEE0}" dt="2020-04-22T09:38:13.775" v="1272" actId="478"/>
          <ac:spMkLst>
            <pc:docMk/>
            <pc:sldMk cId="2108958779" sldId="350"/>
            <ac:spMk id="4" creationId="{72349D30-B235-42B6-BAC0-4ABD21190837}"/>
          </ac:spMkLst>
        </pc:spChg>
        <pc:spChg chg="mod">
          <ac:chgData name="CRISTOFHER ANDRES ROJAS ROJAS" userId="ff4a2ee5-b92d-4cf2-97fa-1b800dd1f1dd" providerId="ADAL" clId="{41A92D29-8BD5-40EA-B071-4A942BDDCEE0}" dt="2020-04-22T09:34:37.634" v="1180" actId="20577"/>
          <ac:spMkLst>
            <pc:docMk/>
            <pc:sldMk cId="2108958779" sldId="350"/>
            <ac:spMk id="6" creationId="{00000000-0000-0000-0000-000000000000}"/>
          </ac:spMkLst>
        </pc:spChg>
        <pc:spChg chg="mod">
          <ac:chgData name="CRISTOFHER ANDRES ROJAS ROJAS" userId="ff4a2ee5-b92d-4cf2-97fa-1b800dd1f1dd" providerId="ADAL" clId="{41A92D29-8BD5-40EA-B071-4A942BDDCEE0}" dt="2020-04-22T09:36:50.089" v="1255" actId="27636"/>
          <ac:spMkLst>
            <pc:docMk/>
            <pc:sldMk cId="2108958779" sldId="350"/>
            <ac:spMk id="7" creationId="{00000000-0000-0000-0000-000000000000}"/>
          </ac:spMkLst>
        </pc:spChg>
        <pc:picChg chg="add del mod">
          <ac:chgData name="CRISTOFHER ANDRES ROJAS ROJAS" userId="ff4a2ee5-b92d-4cf2-97fa-1b800dd1f1dd" providerId="ADAL" clId="{41A92D29-8BD5-40EA-B071-4A942BDDCEE0}" dt="2020-04-22T09:34:16.859" v="1135" actId="478"/>
          <ac:picMkLst>
            <pc:docMk/>
            <pc:sldMk cId="2108958779" sldId="350"/>
            <ac:picMk id="3" creationId="{B9FB6DA9-EC7B-41E4-B4AA-64872E4060E9}"/>
          </ac:picMkLst>
        </pc:picChg>
        <pc:picChg chg="add del mod">
          <ac:chgData name="CRISTOFHER ANDRES ROJAS ROJAS" userId="ff4a2ee5-b92d-4cf2-97fa-1b800dd1f1dd" providerId="ADAL" clId="{41A92D29-8BD5-40EA-B071-4A942BDDCEE0}" dt="2020-04-22T09:36:53.733" v="1256" actId="478"/>
          <ac:picMkLst>
            <pc:docMk/>
            <pc:sldMk cId="2108958779" sldId="350"/>
            <ac:picMk id="1026" creationId="{63D32BC8-E533-4B11-B78D-DE8E985ECEC1}"/>
          </ac:picMkLst>
        </pc:picChg>
      </pc:sldChg>
      <pc:sldChg chg="del">
        <pc:chgData name="CRISTOFHER ANDRES ROJAS ROJAS" userId="ff4a2ee5-b92d-4cf2-97fa-1b800dd1f1dd" providerId="ADAL" clId="{41A92D29-8BD5-40EA-B071-4A942BDDCEE0}" dt="2020-04-22T09:21:29.365" v="980" actId="47"/>
        <pc:sldMkLst>
          <pc:docMk/>
          <pc:sldMk cId="3196129465" sldId="351"/>
        </pc:sldMkLst>
      </pc:sldChg>
      <pc:sldChg chg="del">
        <pc:chgData name="CRISTOFHER ANDRES ROJAS ROJAS" userId="ff4a2ee5-b92d-4cf2-97fa-1b800dd1f1dd" providerId="ADAL" clId="{41A92D29-8BD5-40EA-B071-4A942BDDCEE0}" dt="2020-04-22T09:21:29.365" v="980" actId="47"/>
        <pc:sldMkLst>
          <pc:docMk/>
          <pc:sldMk cId="736109266" sldId="352"/>
        </pc:sldMkLst>
      </pc:sldChg>
      <pc:sldChg chg="del">
        <pc:chgData name="CRISTOFHER ANDRES ROJAS ROJAS" userId="ff4a2ee5-b92d-4cf2-97fa-1b800dd1f1dd" providerId="ADAL" clId="{41A92D29-8BD5-40EA-B071-4A942BDDCEE0}" dt="2020-04-22T09:21:29.365" v="980" actId="47"/>
        <pc:sldMkLst>
          <pc:docMk/>
          <pc:sldMk cId="2010018448" sldId="374"/>
        </pc:sldMkLst>
      </pc:sldChg>
      <pc:sldChg chg="add del">
        <pc:chgData name="CRISTOFHER ANDRES ROJAS ROJAS" userId="ff4a2ee5-b92d-4cf2-97fa-1b800dd1f1dd" providerId="ADAL" clId="{41A92D29-8BD5-40EA-B071-4A942BDDCEE0}" dt="2020-04-22T09:34:03.761" v="1121" actId="47"/>
        <pc:sldMkLst>
          <pc:docMk/>
          <pc:sldMk cId="3507114496" sldId="376"/>
        </pc:sldMkLst>
      </pc:sldChg>
      <pc:sldChg chg="new del">
        <pc:chgData name="CRISTOFHER ANDRES ROJAS ROJAS" userId="ff4a2ee5-b92d-4cf2-97fa-1b800dd1f1dd" providerId="ADAL" clId="{41A92D29-8BD5-40EA-B071-4A942BDDCEE0}" dt="2020-04-22T09:28:15.811" v="983" actId="680"/>
        <pc:sldMkLst>
          <pc:docMk/>
          <pc:sldMk cId="146358354" sldId="377"/>
        </pc:sldMkLst>
      </pc:sldChg>
      <pc:sldChg chg="modSp add">
        <pc:chgData name="CRISTOFHER ANDRES ROJAS ROJAS" userId="ff4a2ee5-b92d-4cf2-97fa-1b800dd1f1dd" providerId="ADAL" clId="{41A92D29-8BD5-40EA-B071-4A942BDDCEE0}" dt="2020-04-22T09:32:33.550" v="1110" actId="27636"/>
        <pc:sldMkLst>
          <pc:docMk/>
          <pc:sldMk cId="153259363" sldId="377"/>
        </pc:sldMkLst>
        <pc:spChg chg="mod">
          <ac:chgData name="CRISTOFHER ANDRES ROJAS ROJAS" userId="ff4a2ee5-b92d-4cf2-97fa-1b800dd1f1dd" providerId="ADAL" clId="{41A92D29-8BD5-40EA-B071-4A942BDDCEE0}" dt="2020-04-22T09:28:37.866" v="997" actId="1076"/>
          <ac:spMkLst>
            <pc:docMk/>
            <pc:sldMk cId="153259363" sldId="377"/>
            <ac:spMk id="6" creationId="{00000000-0000-0000-0000-000000000000}"/>
          </ac:spMkLst>
        </pc:spChg>
        <pc:spChg chg="mod">
          <ac:chgData name="CRISTOFHER ANDRES ROJAS ROJAS" userId="ff4a2ee5-b92d-4cf2-97fa-1b800dd1f1dd" providerId="ADAL" clId="{41A92D29-8BD5-40EA-B071-4A942BDDCEE0}" dt="2020-04-22T09:32:33.550" v="1110" actId="27636"/>
          <ac:spMkLst>
            <pc:docMk/>
            <pc:sldMk cId="153259363" sldId="377"/>
            <ac:spMk id="7" creationId="{00000000-0000-0000-0000-000000000000}"/>
          </ac:spMkLst>
        </pc:spChg>
      </pc:sldChg>
      <pc:sldChg chg="modSp add">
        <pc:chgData name="CRISTOFHER ANDRES ROJAS ROJAS" userId="ff4a2ee5-b92d-4cf2-97fa-1b800dd1f1dd" providerId="ADAL" clId="{41A92D29-8BD5-40EA-B071-4A942BDDCEE0}" dt="2020-04-22T09:31:49.568" v="1088" actId="20577"/>
        <pc:sldMkLst>
          <pc:docMk/>
          <pc:sldMk cId="3676553905" sldId="378"/>
        </pc:sldMkLst>
        <pc:spChg chg="mod">
          <ac:chgData name="CRISTOFHER ANDRES ROJAS ROJAS" userId="ff4a2ee5-b92d-4cf2-97fa-1b800dd1f1dd" providerId="ADAL" clId="{41A92D29-8BD5-40EA-B071-4A942BDDCEE0}" dt="2020-04-22T09:31:49.568" v="1088" actId="20577"/>
          <ac:spMkLst>
            <pc:docMk/>
            <pc:sldMk cId="3676553905" sldId="378"/>
            <ac:spMk id="7" creationId="{00000000-0000-0000-0000-000000000000}"/>
          </ac:spMkLst>
        </pc:spChg>
      </pc:sldChg>
      <pc:sldChg chg="new del">
        <pc:chgData name="CRISTOFHER ANDRES ROJAS ROJAS" userId="ff4a2ee5-b92d-4cf2-97fa-1b800dd1f1dd" providerId="ADAL" clId="{41A92D29-8BD5-40EA-B071-4A942BDDCEE0}" dt="2020-04-22T09:34:02.665" v="1119" actId="680"/>
        <pc:sldMkLst>
          <pc:docMk/>
          <pc:sldMk cId="1772634602" sldId="379"/>
        </pc:sldMkLst>
      </pc:sldChg>
      <pc:sldChg chg="delSp modSp add">
        <pc:chgData name="CRISTOFHER ANDRES ROJAS ROJAS" userId="ff4a2ee5-b92d-4cf2-97fa-1b800dd1f1dd" providerId="ADAL" clId="{41A92D29-8BD5-40EA-B071-4A942BDDCEE0}" dt="2020-04-22T09:37:17.070" v="1261" actId="478"/>
        <pc:sldMkLst>
          <pc:docMk/>
          <pc:sldMk cId="3466318570" sldId="379"/>
        </pc:sldMkLst>
        <pc:spChg chg="mod">
          <ac:chgData name="CRISTOFHER ANDRES ROJAS ROJAS" userId="ff4a2ee5-b92d-4cf2-97fa-1b800dd1f1dd" providerId="ADAL" clId="{41A92D29-8BD5-40EA-B071-4A942BDDCEE0}" dt="2020-04-22T09:37:11.190" v="1260" actId="255"/>
          <ac:spMkLst>
            <pc:docMk/>
            <pc:sldMk cId="3466318570" sldId="379"/>
            <ac:spMk id="7" creationId="{00000000-0000-0000-0000-000000000000}"/>
          </ac:spMkLst>
        </pc:spChg>
        <pc:picChg chg="del">
          <ac:chgData name="CRISTOFHER ANDRES ROJAS ROJAS" userId="ff4a2ee5-b92d-4cf2-97fa-1b800dd1f1dd" providerId="ADAL" clId="{41A92D29-8BD5-40EA-B071-4A942BDDCEE0}" dt="2020-04-22T09:37:17.070" v="1261" actId="478"/>
          <ac:picMkLst>
            <pc:docMk/>
            <pc:sldMk cId="3466318570" sldId="379"/>
            <ac:picMk id="1026" creationId="{63D32BC8-E533-4B11-B78D-DE8E985ECEC1}"/>
          </ac:picMkLst>
        </pc:picChg>
      </pc:sldChg>
      <pc:sldChg chg="delSp modSp add">
        <pc:chgData name="CRISTOFHER ANDRES ROJAS ROJAS" userId="ff4a2ee5-b92d-4cf2-97fa-1b800dd1f1dd" providerId="ADAL" clId="{41A92D29-8BD5-40EA-B071-4A942BDDCEE0}" dt="2020-04-22T09:37:18.574" v="1262" actId="478"/>
        <pc:sldMkLst>
          <pc:docMk/>
          <pc:sldMk cId="307181644" sldId="380"/>
        </pc:sldMkLst>
        <pc:spChg chg="mod">
          <ac:chgData name="CRISTOFHER ANDRES ROJAS ROJAS" userId="ff4a2ee5-b92d-4cf2-97fa-1b800dd1f1dd" providerId="ADAL" clId="{41A92D29-8BD5-40EA-B071-4A942BDDCEE0}" dt="2020-04-22T09:36:13.799" v="1247" actId="27636"/>
          <ac:spMkLst>
            <pc:docMk/>
            <pc:sldMk cId="307181644" sldId="380"/>
            <ac:spMk id="7" creationId="{00000000-0000-0000-0000-000000000000}"/>
          </ac:spMkLst>
        </pc:spChg>
        <pc:picChg chg="del">
          <ac:chgData name="CRISTOFHER ANDRES ROJAS ROJAS" userId="ff4a2ee5-b92d-4cf2-97fa-1b800dd1f1dd" providerId="ADAL" clId="{41A92D29-8BD5-40EA-B071-4A942BDDCEE0}" dt="2020-04-22T09:37:18.574" v="1262" actId="478"/>
          <ac:picMkLst>
            <pc:docMk/>
            <pc:sldMk cId="307181644" sldId="380"/>
            <ac:picMk id="1026" creationId="{63D32BC8-E533-4B11-B78D-DE8E985ECEC1}"/>
          </ac:picMkLst>
        </pc:picChg>
      </pc:sldChg>
      <pc:sldChg chg="new del">
        <pc:chgData name="CRISTOFHER ANDRES ROJAS ROJAS" userId="ff4a2ee5-b92d-4cf2-97fa-1b800dd1f1dd" providerId="ADAL" clId="{41A92D29-8BD5-40EA-B071-4A942BDDCEE0}" dt="2020-04-22T09:35:51.005" v="1240" actId="680"/>
        <pc:sldMkLst>
          <pc:docMk/>
          <pc:sldMk cId="2307093310" sldId="380"/>
        </pc:sldMkLst>
      </pc:sldChg>
      <pc:sldChg chg="modSp add del">
        <pc:chgData name="CRISTOFHER ANDRES ROJAS ROJAS" userId="ff4a2ee5-b92d-4cf2-97fa-1b800dd1f1dd" providerId="ADAL" clId="{41A92D29-8BD5-40EA-B071-4A942BDDCEE0}" dt="2020-04-22T09:38:19.948" v="1273" actId="47"/>
        <pc:sldMkLst>
          <pc:docMk/>
          <pc:sldMk cId="496455104" sldId="381"/>
        </pc:sldMkLst>
        <pc:spChg chg="mod">
          <ac:chgData name="CRISTOFHER ANDRES ROJAS ROJAS" userId="ff4a2ee5-b92d-4cf2-97fa-1b800dd1f1dd" providerId="ADAL" clId="{41A92D29-8BD5-40EA-B071-4A942BDDCEE0}" dt="2020-04-22T09:37:29.151" v="1267" actId="20577"/>
          <ac:spMkLst>
            <pc:docMk/>
            <pc:sldMk cId="496455104" sldId="381"/>
            <ac:spMk id="7" creationId="{00000000-0000-0000-0000-000000000000}"/>
          </ac:spMkLst>
        </pc:spChg>
      </pc:sldChg>
      <pc:sldChg chg="new del">
        <pc:chgData name="CRISTOFHER ANDRES ROJAS ROJAS" userId="ff4a2ee5-b92d-4cf2-97fa-1b800dd1f1dd" providerId="ADAL" clId="{41A92D29-8BD5-40EA-B071-4A942BDDCEE0}" dt="2020-04-22T09:37:24.949" v="1264" actId="680"/>
        <pc:sldMkLst>
          <pc:docMk/>
          <pc:sldMk cId="2656838744" sldId="381"/>
        </pc:sldMkLst>
      </pc:sldChg>
      <pc:sldMasterChg chg="delSldLayout">
        <pc:chgData name="CRISTOFHER ANDRES ROJAS ROJAS" userId="ff4a2ee5-b92d-4cf2-97fa-1b800dd1f1dd" providerId="ADAL" clId="{41A92D29-8BD5-40EA-B071-4A942BDDCEE0}" dt="2020-04-22T09:21:29.365" v="980" actId="47"/>
        <pc:sldMasterMkLst>
          <pc:docMk/>
          <pc:sldMasterMk cId="1093945410" sldId="2147483660"/>
        </pc:sldMasterMkLst>
        <pc:sldLayoutChg chg="del">
          <pc:chgData name="CRISTOFHER ANDRES ROJAS ROJAS" userId="ff4a2ee5-b92d-4cf2-97fa-1b800dd1f1dd" providerId="ADAL" clId="{41A92D29-8BD5-40EA-B071-4A942BDDCEE0}" dt="2020-04-22T09:21:29.365" v="980" actId="47"/>
          <pc:sldLayoutMkLst>
            <pc:docMk/>
            <pc:sldMasterMk cId="1093945410" sldId="2147483660"/>
            <pc:sldLayoutMk cId="216677509" sldId="2147483674"/>
          </pc:sldLayoutMkLst>
        </pc:sldLayoutChg>
      </pc:sldMasterChg>
    </pc:docChg>
  </pc:docChgLst>
  <pc:docChgLst>
    <pc:chgData name="CRISTOFHER ANDRES ROJAS ROJAS" userId="ff4a2ee5-b92d-4cf2-97fa-1b800dd1f1dd" providerId="ADAL" clId="{4578CC14-6DAD-489B-AF16-1125D7F8A148}"/>
    <pc:docChg chg="undo custSel mod addSld delSld modSld sldOrd">
      <pc:chgData name="CRISTOFHER ANDRES ROJAS ROJAS" userId="ff4a2ee5-b92d-4cf2-97fa-1b800dd1f1dd" providerId="ADAL" clId="{4578CC14-6DAD-489B-AF16-1125D7F8A148}" dt="2020-04-15T21:53:48.874" v="1229" actId="20577"/>
      <pc:docMkLst>
        <pc:docMk/>
      </pc:docMkLst>
      <pc:sldChg chg="addSp modSp">
        <pc:chgData name="CRISTOFHER ANDRES ROJAS ROJAS" userId="ff4a2ee5-b92d-4cf2-97fa-1b800dd1f1dd" providerId="ADAL" clId="{4578CC14-6DAD-489B-AF16-1125D7F8A148}" dt="2020-04-15T04:01:38.878" v="126" actId="20577"/>
        <pc:sldMkLst>
          <pc:docMk/>
          <pc:sldMk cId="2505037563" sldId="256"/>
        </pc:sldMkLst>
        <pc:spChg chg="mod">
          <ac:chgData name="CRISTOFHER ANDRES ROJAS ROJAS" userId="ff4a2ee5-b92d-4cf2-97fa-1b800dd1f1dd" providerId="ADAL" clId="{4578CC14-6DAD-489B-AF16-1125D7F8A148}" dt="2020-04-15T04:01:38.878" v="126" actId="20577"/>
          <ac:spMkLst>
            <pc:docMk/>
            <pc:sldMk cId="2505037563" sldId="256"/>
            <ac:spMk id="3" creationId="{00000000-0000-0000-0000-000000000000}"/>
          </ac:spMkLst>
        </pc:spChg>
        <pc:spChg chg="add mod">
          <ac:chgData name="CRISTOFHER ANDRES ROJAS ROJAS" userId="ff4a2ee5-b92d-4cf2-97fa-1b800dd1f1dd" providerId="ADAL" clId="{4578CC14-6DAD-489B-AF16-1125D7F8A148}" dt="2020-04-15T04:00:37.066" v="22" actId="20577"/>
          <ac:spMkLst>
            <pc:docMk/>
            <pc:sldMk cId="2505037563" sldId="256"/>
            <ac:spMk id="6" creationId="{4BFCA498-348C-4A5E-9EF5-B337E69E3111}"/>
          </ac:spMkLst>
        </pc:spChg>
        <pc:spChg chg="add mod">
          <ac:chgData name="CRISTOFHER ANDRES ROJAS ROJAS" userId="ff4a2ee5-b92d-4cf2-97fa-1b800dd1f1dd" providerId="ADAL" clId="{4578CC14-6DAD-489B-AF16-1125D7F8A148}" dt="2020-04-15T04:00:57.591" v="27" actId="1076"/>
          <ac:spMkLst>
            <pc:docMk/>
            <pc:sldMk cId="2505037563" sldId="256"/>
            <ac:spMk id="7" creationId="{8555F635-70D4-4AE3-859D-A80843BF7309}"/>
          </ac:spMkLst>
        </pc:spChg>
        <pc:spChg chg="add mod">
          <ac:chgData name="CRISTOFHER ANDRES ROJAS ROJAS" userId="ff4a2ee5-b92d-4cf2-97fa-1b800dd1f1dd" providerId="ADAL" clId="{4578CC14-6DAD-489B-AF16-1125D7F8A148}" dt="2020-04-15T04:01:29.468" v="103" actId="14100"/>
          <ac:spMkLst>
            <pc:docMk/>
            <pc:sldMk cId="2505037563" sldId="256"/>
            <ac:spMk id="8" creationId="{4B3C8749-A33F-49FE-B61E-25BC4F1F402D}"/>
          </ac:spMkLst>
        </pc:spChg>
      </pc:sldChg>
      <pc:sldChg chg="addSp delSp modSp mod setBg">
        <pc:chgData name="CRISTOFHER ANDRES ROJAS ROJAS" userId="ff4a2ee5-b92d-4cf2-97fa-1b800dd1f1dd" providerId="ADAL" clId="{4578CC14-6DAD-489B-AF16-1125D7F8A148}" dt="2020-04-15T04:31:02.303" v="1114" actId="20577"/>
        <pc:sldMkLst>
          <pc:docMk/>
          <pc:sldMk cId="1682723415" sldId="257"/>
        </pc:sldMkLst>
        <pc:spChg chg="mod">
          <ac:chgData name="CRISTOFHER ANDRES ROJAS ROJAS" userId="ff4a2ee5-b92d-4cf2-97fa-1b800dd1f1dd" providerId="ADAL" clId="{4578CC14-6DAD-489B-AF16-1125D7F8A148}" dt="2020-04-15T04:11:50.739" v="195" actId="14100"/>
          <ac:spMkLst>
            <pc:docMk/>
            <pc:sldMk cId="1682723415" sldId="257"/>
            <ac:spMk id="3" creationId="{00000000-0000-0000-0000-000000000000}"/>
          </ac:spMkLst>
        </pc:spChg>
        <pc:spChg chg="add">
          <ac:chgData name="CRISTOFHER ANDRES ROJAS ROJAS" userId="ff4a2ee5-b92d-4cf2-97fa-1b800dd1f1dd" providerId="ADAL" clId="{4578CC14-6DAD-489B-AF16-1125D7F8A148}" dt="2020-04-15T04:15:12.574" v="251"/>
          <ac:spMkLst>
            <pc:docMk/>
            <pc:sldMk cId="1682723415" sldId="257"/>
            <ac:spMk id="6" creationId="{9EE24476-5CCE-461B-896C-E68598A6262D}"/>
          </ac:spMkLst>
        </pc:spChg>
        <pc:spChg chg="add">
          <ac:chgData name="CRISTOFHER ANDRES ROJAS ROJAS" userId="ff4a2ee5-b92d-4cf2-97fa-1b800dd1f1dd" providerId="ADAL" clId="{4578CC14-6DAD-489B-AF16-1125D7F8A148}" dt="2020-04-15T04:29:15.017" v="1094"/>
          <ac:spMkLst>
            <pc:docMk/>
            <pc:sldMk cId="1682723415" sldId="257"/>
            <ac:spMk id="7" creationId="{8802B3E2-C335-44FE-8B66-CC5BAD3D3B5B}"/>
          </ac:spMkLst>
        </pc:spChg>
        <pc:spChg chg="add del mod">
          <ac:chgData name="CRISTOFHER ANDRES ROJAS ROJAS" userId="ff4a2ee5-b92d-4cf2-97fa-1b800dd1f1dd" providerId="ADAL" clId="{4578CC14-6DAD-489B-AF16-1125D7F8A148}" dt="2020-04-15T04:29:25.471" v="1097" actId="478"/>
          <ac:spMkLst>
            <pc:docMk/>
            <pc:sldMk cId="1682723415" sldId="257"/>
            <ac:spMk id="8" creationId="{C9FA9AB8-0127-4B21-9B62-F265C3748864}"/>
          </ac:spMkLst>
        </pc:spChg>
        <pc:spChg chg="add mod">
          <ac:chgData name="CRISTOFHER ANDRES ROJAS ROJAS" userId="ff4a2ee5-b92d-4cf2-97fa-1b800dd1f1dd" providerId="ADAL" clId="{4578CC14-6DAD-489B-AF16-1125D7F8A148}" dt="2020-04-15T04:31:02.303" v="1114" actId="20577"/>
          <ac:spMkLst>
            <pc:docMk/>
            <pc:sldMk cId="1682723415" sldId="257"/>
            <ac:spMk id="9" creationId="{7657357B-CCE3-49B3-BAC6-B043C23EBB0D}"/>
          </ac:spMkLst>
        </pc:spChg>
        <pc:picChg chg="del mod">
          <ac:chgData name="CRISTOFHER ANDRES ROJAS ROJAS" userId="ff4a2ee5-b92d-4cf2-97fa-1b800dd1f1dd" providerId="ADAL" clId="{4578CC14-6DAD-489B-AF16-1125D7F8A148}" dt="2020-04-15T04:11:43.179" v="193" actId="478"/>
          <ac:picMkLst>
            <pc:docMk/>
            <pc:sldMk cId="1682723415" sldId="257"/>
            <ac:picMk id="4" creationId="{00000000-0000-0000-0000-000000000000}"/>
          </ac:picMkLst>
        </pc:picChg>
        <pc:picChg chg="add">
          <ac:chgData name="CRISTOFHER ANDRES ROJAS ROJAS" userId="ff4a2ee5-b92d-4cf2-97fa-1b800dd1f1dd" providerId="ADAL" clId="{4578CC14-6DAD-489B-AF16-1125D7F8A148}" dt="2020-04-15T04:11:40.931" v="192"/>
          <ac:picMkLst>
            <pc:docMk/>
            <pc:sldMk cId="1682723415" sldId="257"/>
            <ac:picMk id="5" creationId="{7FA56429-A415-4942-8596-E2E7D43B28E9}"/>
          </ac:picMkLst>
        </pc:picChg>
        <pc:picChg chg="add mod">
          <ac:chgData name="CRISTOFHER ANDRES ROJAS ROJAS" userId="ff4a2ee5-b92d-4cf2-97fa-1b800dd1f1dd" providerId="ADAL" clId="{4578CC14-6DAD-489B-AF16-1125D7F8A148}" dt="2020-04-15T04:11:55.665" v="196" actId="1076"/>
          <ac:picMkLst>
            <pc:docMk/>
            <pc:sldMk cId="1682723415" sldId="257"/>
            <ac:picMk id="2050" creationId="{EA2EA1A3-8C8E-48F3-B74B-E3391C7938B4}"/>
          </ac:picMkLst>
        </pc:picChg>
      </pc:sldChg>
      <pc:sldChg chg="add del">
        <pc:chgData name="CRISTOFHER ANDRES ROJAS ROJAS" userId="ff4a2ee5-b92d-4cf2-97fa-1b800dd1f1dd" providerId="ADAL" clId="{4578CC14-6DAD-489B-AF16-1125D7F8A148}" dt="2020-04-15T04:26:12.133" v="1093" actId="47"/>
        <pc:sldMkLst>
          <pc:docMk/>
          <pc:sldMk cId="354298414" sldId="258"/>
        </pc:sldMkLst>
      </pc:sldChg>
      <pc:sldChg chg="addSp modSp add ord setBg modAnim">
        <pc:chgData name="CRISTOFHER ANDRES ROJAS ROJAS" userId="ff4a2ee5-b92d-4cf2-97fa-1b800dd1f1dd" providerId="ADAL" clId="{4578CC14-6DAD-489B-AF16-1125D7F8A148}" dt="2020-04-15T04:12:40.053" v="204" actId="20577"/>
        <pc:sldMkLst>
          <pc:docMk/>
          <pc:sldMk cId="2707598819" sldId="260"/>
        </pc:sldMkLst>
        <pc:spChg chg="mod">
          <ac:chgData name="CRISTOFHER ANDRES ROJAS ROJAS" userId="ff4a2ee5-b92d-4cf2-97fa-1b800dd1f1dd" providerId="ADAL" clId="{4578CC14-6DAD-489B-AF16-1125D7F8A148}" dt="2020-04-15T04:12:40.053" v="204" actId="20577"/>
          <ac:spMkLst>
            <pc:docMk/>
            <pc:sldMk cId="2707598819" sldId="260"/>
            <ac:spMk id="3" creationId="{00000000-0000-0000-0000-000000000000}"/>
          </ac:spMkLst>
        </pc:spChg>
        <pc:picChg chg="add">
          <ac:chgData name="CRISTOFHER ANDRES ROJAS ROJAS" userId="ff4a2ee5-b92d-4cf2-97fa-1b800dd1f1dd" providerId="ADAL" clId="{4578CC14-6DAD-489B-AF16-1125D7F8A148}" dt="2020-04-15T04:02:19.695" v="137"/>
          <ac:picMkLst>
            <pc:docMk/>
            <pc:sldMk cId="2707598819" sldId="260"/>
            <ac:picMk id="6" creationId="{14A43F8F-EE3E-4CF8-8778-4D390B492303}"/>
          </ac:picMkLst>
        </pc:picChg>
      </pc:sldChg>
      <pc:sldChg chg="addSp delSp modSp add">
        <pc:chgData name="CRISTOFHER ANDRES ROJAS ROJAS" userId="ff4a2ee5-b92d-4cf2-97fa-1b800dd1f1dd" providerId="ADAL" clId="{4578CC14-6DAD-489B-AF16-1125D7F8A148}" dt="2020-04-15T04:30:55.976" v="1111" actId="20577"/>
        <pc:sldMkLst>
          <pc:docMk/>
          <pc:sldMk cId="1882310351" sldId="261"/>
        </pc:sldMkLst>
        <pc:spChg chg="add del">
          <ac:chgData name="CRISTOFHER ANDRES ROJAS ROJAS" userId="ff4a2ee5-b92d-4cf2-97fa-1b800dd1f1dd" providerId="ADAL" clId="{4578CC14-6DAD-489B-AF16-1125D7F8A148}" dt="2020-04-15T04:02:12.546" v="136"/>
          <ac:spMkLst>
            <pc:docMk/>
            <pc:sldMk cId="1882310351" sldId="261"/>
            <ac:spMk id="2" creationId="{D92B95A6-A961-4A47-BD41-21CFA2D9CA5B}"/>
          </ac:spMkLst>
        </pc:spChg>
        <pc:spChg chg="del">
          <ac:chgData name="CRISTOFHER ANDRES ROJAS ROJAS" userId="ff4a2ee5-b92d-4cf2-97fa-1b800dd1f1dd" providerId="ADAL" clId="{4578CC14-6DAD-489B-AF16-1125D7F8A148}" dt="2020-04-15T04:06:10.248" v="187"/>
          <ac:spMkLst>
            <pc:docMk/>
            <pc:sldMk cId="1882310351" sldId="261"/>
            <ac:spMk id="3" creationId="{00000000-0000-0000-0000-000000000000}"/>
          </ac:spMkLst>
        </pc:spChg>
        <pc:spChg chg="add">
          <ac:chgData name="CRISTOFHER ANDRES ROJAS ROJAS" userId="ff4a2ee5-b92d-4cf2-97fa-1b800dd1f1dd" providerId="ADAL" clId="{4578CC14-6DAD-489B-AF16-1125D7F8A148}" dt="2020-04-15T04:30:33.876" v="1106"/>
          <ac:spMkLst>
            <pc:docMk/>
            <pc:sldMk cId="1882310351" sldId="261"/>
            <ac:spMk id="5" creationId="{EB9C76F5-89E9-4A73-A1BC-3FF42FAE91EC}"/>
          </ac:spMkLst>
        </pc:spChg>
        <pc:spChg chg="add">
          <ac:chgData name="CRISTOFHER ANDRES ROJAS ROJAS" userId="ff4a2ee5-b92d-4cf2-97fa-1b800dd1f1dd" providerId="ADAL" clId="{4578CC14-6DAD-489B-AF16-1125D7F8A148}" dt="2020-04-15T04:15:14.319" v="252"/>
          <ac:spMkLst>
            <pc:docMk/>
            <pc:sldMk cId="1882310351" sldId="261"/>
            <ac:spMk id="6" creationId="{5ED49165-F672-435F-BA1C-4889BBBB405F}"/>
          </ac:spMkLst>
        </pc:spChg>
        <pc:spChg chg="add mod">
          <ac:chgData name="CRISTOFHER ANDRES ROJAS ROJAS" userId="ff4a2ee5-b92d-4cf2-97fa-1b800dd1f1dd" providerId="ADAL" clId="{4578CC14-6DAD-489B-AF16-1125D7F8A148}" dt="2020-04-15T04:30:55.976" v="1111" actId="20577"/>
          <ac:spMkLst>
            <pc:docMk/>
            <pc:sldMk cId="1882310351" sldId="261"/>
            <ac:spMk id="7" creationId="{A33176D2-3CBE-4FD0-928E-F0C18BCE4138}"/>
          </ac:spMkLst>
        </pc:spChg>
        <pc:picChg chg="add">
          <ac:chgData name="CRISTOFHER ANDRES ROJAS ROJAS" userId="ff4a2ee5-b92d-4cf2-97fa-1b800dd1f1dd" providerId="ADAL" clId="{4578CC14-6DAD-489B-AF16-1125D7F8A148}" dt="2020-04-15T04:06:10.248" v="187"/>
          <ac:picMkLst>
            <pc:docMk/>
            <pc:sldMk cId="1882310351" sldId="261"/>
            <ac:picMk id="1026" creationId="{C4A1D1E8-E136-467D-B331-0899B1DF1AAA}"/>
          </ac:picMkLst>
        </pc:picChg>
      </pc:sldChg>
      <pc:sldChg chg="new del">
        <pc:chgData name="CRISTOFHER ANDRES ROJAS ROJAS" userId="ff4a2ee5-b92d-4cf2-97fa-1b800dd1f1dd" providerId="ADAL" clId="{4578CC14-6DAD-489B-AF16-1125D7F8A148}" dt="2020-04-15T04:12:06.937" v="198" actId="680"/>
        <pc:sldMkLst>
          <pc:docMk/>
          <pc:sldMk cId="2327098000" sldId="262"/>
        </pc:sldMkLst>
      </pc:sldChg>
      <pc:sldChg chg="addSp delSp modSp add setBg">
        <pc:chgData name="CRISTOFHER ANDRES ROJAS ROJAS" userId="ff4a2ee5-b92d-4cf2-97fa-1b800dd1f1dd" providerId="ADAL" clId="{4578CC14-6DAD-489B-AF16-1125D7F8A148}" dt="2020-04-15T04:37:45.374" v="1191" actId="313"/>
        <pc:sldMkLst>
          <pc:docMk/>
          <pc:sldMk cId="2659890596" sldId="262"/>
        </pc:sldMkLst>
        <pc:spChg chg="mod">
          <ac:chgData name="CRISTOFHER ANDRES ROJAS ROJAS" userId="ff4a2ee5-b92d-4cf2-97fa-1b800dd1f1dd" providerId="ADAL" clId="{4578CC14-6DAD-489B-AF16-1125D7F8A148}" dt="2020-04-15T04:37:45.374" v="1191" actId="313"/>
          <ac:spMkLst>
            <pc:docMk/>
            <pc:sldMk cId="2659890596" sldId="262"/>
            <ac:spMk id="3" creationId="{00000000-0000-0000-0000-000000000000}"/>
          </ac:spMkLst>
        </pc:spChg>
        <pc:spChg chg="add">
          <ac:chgData name="CRISTOFHER ANDRES ROJAS ROJAS" userId="ff4a2ee5-b92d-4cf2-97fa-1b800dd1f1dd" providerId="ADAL" clId="{4578CC14-6DAD-489B-AF16-1125D7F8A148}" dt="2020-04-15T04:15:10.609" v="250"/>
          <ac:spMkLst>
            <pc:docMk/>
            <pc:sldMk cId="2659890596" sldId="262"/>
            <ac:spMk id="6" creationId="{F6D51BFA-A881-494A-9605-EC6E4DF387C7}"/>
          </ac:spMkLst>
        </pc:spChg>
        <pc:spChg chg="add mod">
          <ac:chgData name="CRISTOFHER ANDRES ROJAS ROJAS" userId="ff4a2ee5-b92d-4cf2-97fa-1b800dd1f1dd" providerId="ADAL" clId="{4578CC14-6DAD-489B-AF16-1125D7F8A148}" dt="2020-04-15T04:31:13.923" v="1117" actId="20577"/>
          <ac:spMkLst>
            <pc:docMk/>
            <pc:sldMk cId="2659890596" sldId="262"/>
            <ac:spMk id="7" creationId="{A5E2500C-D187-4F08-8D98-3D33BFEA4C8C}"/>
          </ac:spMkLst>
        </pc:spChg>
        <pc:spChg chg="add">
          <ac:chgData name="CRISTOFHER ANDRES ROJAS ROJAS" userId="ff4a2ee5-b92d-4cf2-97fa-1b800dd1f1dd" providerId="ADAL" clId="{4578CC14-6DAD-489B-AF16-1125D7F8A148}" dt="2020-04-15T04:30:15.177" v="1105"/>
          <ac:spMkLst>
            <pc:docMk/>
            <pc:sldMk cId="2659890596" sldId="262"/>
            <ac:spMk id="8" creationId="{683E8BFC-0054-4F07-9CCE-C745DB417197}"/>
          </ac:spMkLst>
        </pc:spChg>
        <pc:picChg chg="del">
          <ac:chgData name="CRISTOFHER ANDRES ROJAS ROJAS" userId="ff4a2ee5-b92d-4cf2-97fa-1b800dd1f1dd" providerId="ADAL" clId="{4578CC14-6DAD-489B-AF16-1125D7F8A148}" dt="2020-04-15T04:31:19.190" v="1118" actId="478"/>
          <ac:picMkLst>
            <pc:docMk/>
            <pc:sldMk cId="2659890596" sldId="262"/>
            <ac:picMk id="2050" creationId="{EA2EA1A3-8C8E-48F3-B74B-E3391C7938B4}"/>
          </ac:picMkLst>
        </pc:picChg>
      </pc:sldChg>
      <pc:sldChg chg="new del">
        <pc:chgData name="CRISTOFHER ANDRES ROJAS ROJAS" userId="ff4a2ee5-b92d-4cf2-97fa-1b800dd1f1dd" providerId="ADAL" clId="{4578CC14-6DAD-489B-AF16-1125D7F8A148}" dt="2020-04-15T04:13:23.240" v="207" actId="47"/>
        <pc:sldMkLst>
          <pc:docMk/>
          <pc:sldMk cId="3893239548" sldId="263"/>
        </pc:sldMkLst>
      </pc:sldChg>
      <pc:sldChg chg="addSp delSp modSp add delAnim modAnim">
        <pc:chgData name="CRISTOFHER ANDRES ROJAS ROJAS" userId="ff4a2ee5-b92d-4cf2-97fa-1b800dd1f1dd" providerId="ADAL" clId="{4578CC14-6DAD-489B-AF16-1125D7F8A148}" dt="2020-04-15T04:15:24.325" v="253"/>
        <pc:sldMkLst>
          <pc:docMk/>
          <pc:sldMk cId="1702473761" sldId="346"/>
        </pc:sldMkLst>
        <pc:spChg chg="mod">
          <ac:chgData name="CRISTOFHER ANDRES ROJAS ROJAS" userId="ff4a2ee5-b92d-4cf2-97fa-1b800dd1f1dd" providerId="ADAL" clId="{4578CC14-6DAD-489B-AF16-1125D7F8A148}" dt="2020-04-15T04:13:41.646" v="209"/>
          <ac:spMkLst>
            <pc:docMk/>
            <pc:sldMk cId="1702473761" sldId="346"/>
            <ac:spMk id="6" creationId="{00000000-0000-0000-0000-000000000000}"/>
          </ac:spMkLst>
        </pc:spChg>
        <pc:spChg chg="mod">
          <ac:chgData name="CRISTOFHER ANDRES ROJAS ROJAS" userId="ff4a2ee5-b92d-4cf2-97fa-1b800dd1f1dd" providerId="ADAL" clId="{4578CC14-6DAD-489B-AF16-1125D7F8A148}" dt="2020-04-15T04:14:49.433" v="247" actId="14100"/>
          <ac:spMkLst>
            <pc:docMk/>
            <pc:sldMk cId="1702473761" sldId="346"/>
            <ac:spMk id="7" creationId="{00000000-0000-0000-0000-000000000000}"/>
          </ac:spMkLst>
        </pc:spChg>
        <pc:spChg chg="del mod">
          <ac:chgData name="CRISTOFHER ANDRES ROJAS ROJAS" userId="ff4a2ee5-b92d-4cf2-97fa-1b800dd1f1dd" providerId="ADAL" clId="{4578CC14-6DAD-489B-AF16-1125D7F8A148}" dt="2020-04-15T04:13:47.561" v="211" actId="478"/>
          <ac:spMkLst>
            <pc:docMk/>
            <pc:sldMk cId="1702473761" sldId="346"/>
            <ac:spMk id="11" creationId="{ECF0F7E9-AD65-824A-AADF-DE6D17116FFB}"/>
          </ac:spMkLst>
        </pc:spChg>
        <pc:picChg chg="add">
          <ac:chgData name="CRISTOFHER ANDRES ROJAS ROJAS" userId="ff4a2ee5-b92d-4cf2-97fa-1b800dd1f1dd" providerId="ADAL" clId="{4578CC14-6DAD-489B-AF16-1125D7F8A148}" dt="2020-04-15T04:15:24.325" v="253"/>
          <ac:picMkLst>
            <pc:docMk/>
            <pc:sldMk cId="1702473761" sldId="346"/>
            <ac:picMk id="8" creationId="{6C881E53-0394-443D-BA24-2DCFD2138668}"/>
          </ac:picMkLst>
        </pc:picChg>
      </pc:sldChg>
      <pc:sldChg chg="addSp modSp add modAnim">
        <pc:chgData name="CRISTOFHER ANDRES ROJAS ROJAS" userId="ff4a2ee5-b92d-4cf2-97fa-1b800dd1f1dd" providerId="ADAL" clId="{4578CC14-6DAD-489B-AF16-1125D7F8A148}" dt="2020-04-15T04:16:49.886" v="297"/>
        <pc:sldMkLst>
          <pc:docMk/>
          <pc:sldMk cId="1942762564" sldId="347"/>
        </pc:sldMkLst>
        <pc:spChg chg="mod">
          <ac:chgData name="CRISTOFHER ANDRES ROJAS ROJAS" userId="ff4a2ee5-b92d-4cf2-97fa-1b800dd1f1dd" providerId="ADAL" clId="{4578CC14-6DAD-489B-AF16-1125D7F8A148}" dt="2020-04-15T04:16:01.966" v="279" actId="20577"/>
          <ac:spMkLst>
            <pc:docMk/>
            <pc:sldMk cId="1942762564" sldId="347"/>
            <ac:spMk id="7" creationId="{00000000-0000-0000-0000-000000000000}"/>
          </ac:spMkLst>
        </pc:spChg>
        <pc:picChg chg="add">
          <ac:chgData name="CRISTOFHER ANDRES ROJAS ROJAS" userId="ff4a2ee5-b92d-4cf2-97fa-1b800dd1f1dd" providerId="ADAL" clId="{4578CC14-6DAD-489B-AF16-1125D7F8A148}" dt="2020-04-15T04:15:25.827" v="254"/>
          <ac:picMkLst>
            <pc:docMk/>
            <pc:sldMk cId="1942762564" sldId="347"/>
            <ac:picMk id="8" creationId="{5E349BF5-ED26-4D00-9B68-548253104712}"/>
          </ac:picMkLst>
        </pc:picChg>
      </pc:sldChg>
      <pc:sldChg chg="modSp add modAnim">
        <pc:chgData name="CRISTOFHER ANDRES ROJAS ROJAS" userId="ff4a2ee5-b92d-4cf2-97fa-1b800dd1f1dd" providerId="ADAL" clId="{4578CC14-6DAD-489B-AF16-1125D7F8A148}" dt="2020-04-15T04:18:58.616" v="470"/>
        <pc:sldMkLst>
          <pc:docMk/>
          <pc:sldMk cId="1444201569" sldId="348"/>
        </pc:sldMkLst>
        <pc:spChg chg="mod">
          <ac:chgData name="CRISTOFHER ANDRES ROJAS ROJAS" userId="ff4a2ee5-b92d-4cf2-97fa-1b800dd1f1dd" providerId="ADAL" clId="{4578CC14-6DAD-489B-AF16-1125D7F8A148}" dt="2020-04-15T04:16:16.507" v="291" actId="20577"/>
          <ac:spMkLst>
            <pc:docMk/>
            <pc:sldMk cId="1444201569" sldId="348"/>
            <ac:spMk id="6" creationId="{00000000-0000-0000-0000-000000000000}"/>
          </ac:spMkLst>
        </pc:spChg>
        <pc:spChg chg="mod">
          <ac:chgData name="CRISTOFHER ANDRES ROJAS ROJAS" userId="ff4a2ee5-b92d-4cf2-97fa-1b800dd1f1dd" providerId="ADAL" clId="{4578CC14-6DAD-489B-AF16-1125D7F8A148}" dt="2020-04-15T04:18:47.846" v="469" actId="20577"/>
          <ac:spMkLst>
            <pc:docMk/>
            <pc:sldMk cId="1444201569" sldId="348"/>
            <ac:spMk id="7" creationId="{00000000-0000-0000-0000-000000000000}"/>
          </ac:spMkLst>
        </pc:spChg>
      </pc:sldChg>
      <pc:sldChg chg="modSp add modAnim">
        <pc:chgData name="CRISTOFHER ANDRES ROJAS ROJAS" userId="ff4a2ee5-b92d-4cf2-97fa-1b800dd1f1dd" providerId="ADAL" clId="{4578CC14-6DAD-489B-AF16-1125D7F8A148}" dt="2020-04-15T04:20:09.457" v="609" actId="20577"/>
        <pc:sldMkLst>
          <pc:docMk/>
          <pc:sldMk cId="3873343043" sldId="349"/>
        </pc:sldMkLst>
        <pc:spChg chg="mod">
          <ac:chgData name="CRISTOFHER ANDRES ROJAS ROJAS" userId="ff4a2ee5-b92d-4cf2-97fa-1b800dd1f1dd" providerId="ADAL" clId="{4578CC14-6DAD-489B-AF16-1125D7F8A148}" dt="2020-04-15T04:19:04.949" v="473" actId="20577"/>
          <ac:spMkLst>
            <pc:docMk/>
            <pc:sldMk cId="3873343043" sldId="349"/>
            <ac:spMk id="6" creationId="{00000000-0000-0000-0000-000000000000}"/>
          </ac:spMkLst>
        </pc:spChg>
        <pc:spChg chg="mod">
          <ac:chgData name="CRISTOFHER ANDRES ROJAS ROJAS" userId="ff4a2ee5-b92d-4cf2-97fa-1b800dd1f1dd" providerId="ADAL" clId="{4578CC14-6DAD-489B-AF16-1125D7F8A148}" dt="2020-04-15T04:20:09.457" v="609" actId="20577"/>
          <ac:spMkLst>
            <pc:docMk/>
            <pc:sldMk cId="3873343043" sldId="349"/>
            <ac:spMk id="7" creationId="{00000000-0000-0000-0000-000000000000}"/>
          </ac:spMkLst>
        </pc:spChg>
      </pc:sldChg>
      <pc:sldChg chg="new del">
        <pc:chgData name="CRISTOFHER ANDRES ROJAS ROJAS" userId="ff4a2ee5-b92d-4cf2-97fa-1b800dd1f1dd" providerId="ADAL" clId="{4578CC14-6DAD-489B-AF16-1125D7F8A148}" dt="2020-04-15T04:20:13.617" v="611" actId="680"/>
        <pc:sldMkLst>
          <pc:docMk/>
          <pc:sldMk cId="909507210" sldId="350"/>
        </pc:sldMkLst>
      </pc:sldChg>
      <pc:sldChg chg="modSp add modAnim">
        <pc:chgData name="CRISTOFHER ANDRES ROJAS ROJAS" userId="ff4a2ee5-b92d-4cf2-97fa-1b800dd1f1dd" providerId="ADAL" clId="{4578CC14-6DAD-489B-AF16-1125D7F8A148}" dt="2020-04-15T21:53:48.874" v="1229" actId="20577"/>
        <pc:sldMkLst>
          <pc:docMk/>
          <pc:sldMk cId="2108958779" sldId="350"/>
        </pc:sldMkLst>
        <pc:spChg chg="mod">
          <ac:chgData name="CRISTOFHER ANDRES ROJAS ROJAS" userId="ff4a2ee5-b92d-4cf2-97fa-1b800dd1f1dd" providerId="ADAL" clId="{4578CC14-6DAD-489B-AF16-1125D7F8A148}" dt="2020-04-15T04:23:17.050" v="1028" actId="20577"/>
          <ac:spMkLst>
            <pc:docMk/>
            <pc:sldMk cId="2108958779" sldId="350"/>
            <ac:spMk id="6" creationId="{00000000-0000-0000-0000-000000000000}"/>
          </ac:spMkLst>
        </pc:spChg>
        <pc:spChg chg="mod">
          <ac:chgData name="CRISTOFHER ANDRES ROJAS ROJAS" userId="ff4a2ee5-b92d-4cf2-97fa-1b800dd1f1dd" providerId="ADAL" clId="{4578CC14-6DAD-489B-AF16-1125D7F8A148}" dt="2020-04-15T21:53:48.874" v="1229" actId="20577"/>
          <ac:spMkLst>
            <pc:docMk/>
            <pc:sldMk cId="2108958779" sldId="350"/>
            <ac:spMk id="7" creationId="{00000000-0000-0000-0000-000000000000}"/>
          </ac:spMkLst>
        </pc:spChg>
      </pc:sldChg>
      <pc:sldChg chg="modSp add modAnim">
        <pc:chgData name="CRISTOFHER ANDRES ROJAS ROJAS" userId="ff4a2ee5-b92d-4cf2-97fa-1b800dd1f1dd" providerId="ADAL" clId="{4578CC14-6DAD-489B-AF16-1125D7F8A148}" dt="2020-04-15T21:53:23.391" v="1194" actId="13926"/>
        <pc:sldMkLst>
          <pc:docMk/>
          <pc:sldMk cId="3196129465" sldId="351"/>
        </pc:sldMkLst>
        <pc:spChg chg="mod">
          <ac:chgData name="CRISTOFHER ANDRES ROJAS ROJAS" userId="ff4a2ee5-b92d-4cf2-97fa-1b800dd1f1dd" providerId="ADAL" clId="{4578CC14-6DAD-489B-AF16-1125D7F8A148}" dt="2020-04-15T04:23:26.668" v="1034" actId="20577"/>
          <ac:spMkLst>
            <pc:docMk/>
            <pc:sldMk cId="3196129465" sldId="351"/>
            <ac:spMk id="6" creationId="{00000000-0000-0000-0000-000000000000}"/>
          </ac:spMkLst>
        </pc:spChg>
        <pc:spChg chg="mod">
          <ac:chgData name="CRISTOFHER ANDRES ROJAS ROJAS" userId="ff4a2ee5-b92d-4cf2-97fa-1b800dd1f1dd" providerId="ADAL" clId="{4578CC14-6DAD-489B-AF16-1125D7F8A148}" dt="2020-04-15T21:53:23.391" v="1194" actId="13926"/>
          <ac:spMkLst>
            <pc:docMk/>
            <pc:sldMk cId="3196129465" sldId="351"/>
            <ac:spMk id="7" creationId="{00000000-0000-0000-0000-000000000000}"/>
          </ac:spMkLst>
        </pc:spChg>
      </pc:sldChg>
      <pc:sldChg chg="modSp add">
        <pc:chgData name="CRISTOFHER ANDRES ROJAS ROJAS" userId="ff4a2ee5-b92d-4cf2-97fa-1b800dd1f1dd" providerId="ADAL" clId="{4578CC14-6DAD-489B-AF16-1125D7F8A148}" dt="2020-04-15T21:53:20.465" v="1193" actId="13926"/>
        <pc:sldMkLst>
          <pc:docMk/>
          <pc:sldMk cId="736109266" sldId="352"/>
        </pc:sldMkLst>
        <pc:spChg chg="mod">
          <ac:chgData name="CRISTOFHER ANDRES ROJAS ROJAS" userId="ff4a2ee5-b92d-4cf2-97fa-1b800dd1f1dd" providerId="ADAL" clId="{4578CC14-6DAD-489B-AF16-1125D7F8A148}" dt="2020-04-15T21:53:20.465" v="1193" actId="13926"/>
          <ac:spMkLst>
            <pc:docMk/>
            <pc:sldMk cId="736109266" sldId="352"/>
            <ac:spMk id="7" creationId="{00000000-0000-0000-0000-000000000000}"/>
          </ac:spMkLst>
        </pc:spChg>
      </pc:sldChg>
      <pc:sldChg chg="add del">
        <pc:chgData name="CRISTOFHER ANDRES ROJAS ROJAS" userId="ff4a2ee5-b92d-4cf2-97fa-1b800dd1f1dd" providerId="ADAL" clId="{4578CC14-6DAD-489B-AF16-1125D7F8A148}" dt="2020-04-15T04:38:00.811" v="1192" actId="47"/>
        <pc:sldMkLst>
          <pc:docMk/>
          <pc:sldMk cId="2583594277" sldId="353"/>
        </pc:sldMkLst>
      </pc:sldChg>
      <pc:sldChg chg="new del">
        <pc:chgData name="CRISTOFHER ANDRES ROJAS ROJAS" userId="ff4a2ee5-b92d-4cf2-97fa-1b800dd1f1dd" providerId="ADAL" clId="{4578CC14-6DAD-489B-AF16-1125D7F8A148}" dt="2020-04-15T04:24:47.406" v="1082" actId="680"/>
        <pc:sldMkLst>
          <pc:docMk/>
          <pc:sldMk cId="2702834430" sldId="353"/>
        </pc:sldMkLst>
      </pc:sldChg>
      <pc:sldChg chg="new del">
        <pc:chgData name="CRISTOFHER ANDRES ROJAS ROJAS" userId="ff4a2ee5-b92d-4cf2-97fa-1b800dd1f1dd" providerId="ADAL" clId="{4578CC14-6DAD-489B-AF16-1125D7F8A148}" dt="2020-04-15T04:25:22.445" v="1086" actId="47"/>
        <pc:sldMkLst>
          <pc:docMk/>
          <pc:sldMk cId="3521599848" sldId="354"/>
        </pc:sldMkLst>
      </pc:sldChg>
      <pc:sldChg chg="addSp modSp add setBg modAnim">
        <pc:chgData name="CRISTOFHER ANDRES ROJAS ROJAS" userId="ff4a2ee5-b92d-4cf2-97fa-1b800dd1f1dd" providerId="ADAL" clId="{4578CC14-6DAD-489B-AF16-1125D7F8A148}" dt="2020-04-15T04:25:59.993" v="1091" actId="20577"/>
        <pc:sldMkLst>
          <pc:docMk/>
          <pc:sldMk cId="2010018448" sldId="374"/>
        </pc:sldMkLst>
        <pc:spChg chg="mod">
          <ac:chgData name="CRISTOFHER ANDRES ROJAS ROJAS" userId="ff4a2ee5-b92d-4cf2-97fa-1b800dd1f1dd" providerId="ADAL" clId="{4578CC14-6DAD-489B-AF16-1125D7F8A148}" dt="2020-04-15T04:25:59.993" v="1091" actId="20577"/>
          <ac:spMkLst>
            <pc:docMk/>
            <pc:sldMk cId="2010018448" sldId="374"/>
            <ac:spMk id="10" creationId="{C1287916-9F87-E541-93BB-A3CA78185987}"/>
          </ac:spMkLst>
        </pc:spChg>
        <pc:picChg chg="add">
          <ac:chgData name="CRISTOFHER ANDRES ROJAS ROJAS" userId="ff4a2ee5-b92d-4cf2-97fa-1b800dd1f1dd" providerId="ADAL" clId="{4578CC14-6DAD-489B-AF16-1125D7F8A148}" dt="2020-04-15T04:25:35.192" v="1088"/>
          <ac:picMkLst>
            <pc:docMk/>
            <pc:sldMk cId="2010018448" sldId="374"/>
            <ac:picMk id="7" creationId="{2DA9AD06-6661-4ED3-B11D-65DB91FEA491}"/>
          </ac:picMkLst>
        </pc:picChg>
      </pc:sldChg>
      <pc:sldChg chg="add">
        <pc:chgData name="CRISTOFHER ANDRES ROJAS ROJAS" userId="ff4a2ee5-b92d-4cf2-97fa-1b800dd1f1dd" providerId="ADAL" clId="{4578CC14-6DAD-489B-AF16-1125D7F8A148}" dt="2020-04-15T04:26:10.430" v="1092"/>
        <pc:sldMkLst>
          <pc:docMk/>
          <pc:sldMk cId="2452545310" sldId="375"/>
        </pc:sldMkLst>
      </pc:sldChg>
    </pc:docChg>
  </pc:docChgLst>
  <pc:docChgLst>
    <pc:chgData name="Carlos Castro Bustamante" userId="6a1eae72-c265-4fa1-8efa-3defc8ba2bc8" providerId="ADAL" clId="{1D78DB3A-C11F-4C72-80D1-CAC3EE0438AE}"/>
    <pc:docChg chg="delSld">
      <pc:chgData name="Carlos Castro Bustamante" userId="6a1eae72-c265-4fa1-8efa-3defc8ba2bc8" providerId="ADAL" clId="{1D78DB3A-C11F-4C72-80D1-CAC3EE0438AE}" dt="2023-10-11T14:57:59.567" v="1" actId="47"/>
      <pc:docMkLst>
        <pc:docMk/>
      </pc:docMkLst>
      <pc:sldChg chg="del">
        <pc:chgData name="Carlos Castro Bustamante" userId="6a1eae72-c265-4fa1-8efa-3defc8ba2bc8" providerId="ADAL" clId="{1D78DB3A-C11F-4C72-80D1-CAC3EE0438AE}" dt="2023-10-11T14:57:58.511" v="0" actId="47"/>
        <pc:sldMkLst>
          <pc:docMk/>
          <pc:sldMk cId="2586488925" sldId="514"/>
        </pc:sldMkLst>
      </pc:sldChg>
      <pc:sldChg chg="del">
        <pc:chgData name="Carlos Castro Bustamante" userId="6a1eae72-c265-4fa1-8efa-3defc8ba2bc8" providerId="ADAL" clId="{1D78DB3A-C11F-4C72-80D1-CAC3EE0438AE}" dt="2023-10-11T14:57:58.511" v="0" actId="47"/>
        <pc:sldMkLst>
          <pc:docMk/>
          <pc:sldMk cId="2745812967" sldId="515"/>
        </pc:sldMkLst>
      </pc:sldChg>
      <pc:sldChg chg="del">
        <pc:chgData name="Carlos Castro Bustamante" userId="6a1eae72-c265-4fa1-8efa-3defc8ba2bc8" providerId="ADAL" clId="{1D78DB3A-C11F-4C72-80D1-CAC3EE0438AE}" dt="2023-10-11T14:57:58.511" v="0" actId="47"/>
        <pc:sldMkLst>
          <pc:docMk/>
          <pc:sldMk cId="1168837867" sldId="516"/>
        </pc:sldMkLst>
      </pc:sldChg>
      <pc:sldChg chg="del">
        <pc:chgData name="Carlos Castro Bustamante" userId="6a1eae72-c265-4fa1-8efa-3defc8ba2bc8" providerId="ADAL" clId="{1D78DB3A-C11F-4C72-80D1-CAC3EE0438AE}" dt="2023-10-11T14:57:58.511" v="0" actId="47"/>
        <pc:sldMkLst>
          <pc:docMk/>
          <pc:sldMk cId="2863427089" sldId="517"/>
        </pc:sldMkLst>
      </pc:sldChg>
      <pc:sldChg chg="del">
        <pc:chgData name="Carlos Castro Bustamante" userId="6a1eae72-c265-4fa1-8efa-3defc8ba2bc8" providerId="ADAL" clId="{1D78DB3A-C11F-4C72-80D1-CAC3EE0438AE}" dt="2023-10-11T14:57:58.511" v="0" actId="47"/>
        <pc:sldMkLst>
          <pc:docMk/>
          <pc:sldMk cId="2665792100" sldId="518"/>
        </pc:sldMkLst>
      </pc:sldChg>
      <pc:sldChg chg="del">
        <pc:chgData name="Carlos Castro Bustamante" userId="6a1eae72-c265-4fa1-8efa-3defc8ba2bc8" providerId="ADAL" clId="{1D78DB3A-C11F-4C72-80D1-CAC3EE0438AE}" dt="2023-10-11T14:57:58.511" v="0" actId="47"/>
        <pc:sldMkLst>
          <pc:docMk/>
          <pc:sldMk cId="2677177069" sldId="519"/>
        </pc:sldMkLst>
      </pc:sldChg>
      <pc:sldChg chg="del">
        <pc:chgData name="Carlos Castro Bustamante" userId="6a1eae72-c265-4fa1-8efa-3defc8ba2bc8" providerId="ADAL" clId="{1D78DB3A-C11F-4C72-80D1-CAC3EE0438AE}" dt="2023-10-11T14:57:58.511" v="0" actId="47"/>
        <pc:sldMkLst>
          <pc:docMk/>
          <pc:sldMk cId="1011644977" sldId="520"/>
        </pc:sldMkLst>
      </pc:sldChg>
      <pc:sldChg chg="del">
        <pc:chgData name="Carlos Castro Bustamante" userId="6a1eae72-c265-4fa1-8efa-3defc8ba2bc8" providerId="ADAL" clId="{1D78DB3A-C11F-4C72-80D1-CAC3EE0438AE}" dt="2023-10-11T14:57:58.511" v="0" actId="47"/>
        <pc:sldMkLst>
          <pc:docMk/>
          <pc:sldMk cId="3329364157" sldId="521"/>
        </pc:sldMkLst>
      </pc:sldChg>
      <pc:sldChg chg="del">
        <pc:chgData name="Carlos Castro Bustamante" userId="6a1eae72-c265-4fa1-8efa-3defc8ba2bc8" providerId="ADAL" clId="{1D78DB3A-C11F-4C72-80D1-CAC3EE0438AE}" dt="2023-10-11T14:57:58.511" v="0" actId="47"/>
        <pc:sldMkLst>
          <pc:docMk/>
          <pc:sldMk cId="4130046531" sldId="522"/>
        </pc:sldMkLst>
      </pc:sldChg>
      <pc:sldChg chg="del">
        <pc:chgData name="Carlos Castro Bustamante" userId="6a1eae72-c265-4fa1-8efa-3defc8ba2bc8" providerId="ADAL" clId="{1D78DB3A-C11F-4C72-80D1-CAC3EE0438AE}" dt="2023-10-11T14:57:58.511" v="0" actId="47"/>
        <pc:sldMkLst>
          <pc:docMk/>
          <pc:sldMk cId="2867473295" sldId="523"/>
        </pc:sldMkLst>
      </pc:sldChg>
      <pc:sldChg chg="del">
        <pc:chgData name="Carlos Castro Bustamante" userId="6a1eae72-c265-4fa1-8efa-3defc8ba2bc8" providerId="ADAL" clId="{1D78DB3A-C11F-4C72-80D1-CAC3EE0438AE}" dt="2023-10-11T14:57:58.511" v="0" actId="47"/>
        <pc:sldMkLst>
          <pc:docMk/>
          <pc:sldMk cId="4030019012" sldId="524"/>
        </pc:sldMkLst>
      </pc:sldChg>
      <pc:sldChg chg="del">
        <pc:chgData name="Carlos Castro Bustamante" userId="6a1eae72-c265-4fa1-8efa-3defc8ba2bc8" providerId="ADAL" clId="{1D78DB3A-C11F-4C72-80D1-CAC3EE0438AE}" dt="2023-10-11T14:57:58.511" v="0" actId="47"/>
        <pc:sldMkLst>
          <pc:docMk/>
          <pc:sldMk cId="2230077393" sldId="525"/>
        </pc:sldMkLst>
      </pc:sldChg>
      <pc:sldChg chg="del">
        <pc:chgData name="Carlos Castro Bustamante" userId="6a1eae72-c265-4fa1-8efa-3defc8ba2bc8" providerId="ADAL" clId="{1D78DB3A-C11F-4C72-80D1-CAC3EE0438AE}" dt="2023-10-11T14:57:58.511" v="0" actId="47"/>
        <pc:sldMkLst>
          <pc:docMk/>
          <pc:sldMk cId="2773949345" sldId="526"/>
        </pc:sldMkLst>
      </pc:sldChg>
      <pc:sldChg chg="del">
        <pc:chgData name="Carlos Castro Bustamante" userId="6a1eae72-c265-4fa1-8efa-3defc8ba2bc8" providerId="ADAL" clId="{1D78DB3A-C11F-4C72-80D1-CAC3EE0438AE}" dt="2023-10-11T14:57:58.511" v="0" actId="47"/>
        <pc:sldMkLst>
          <pc:docMk/>
          <pc:sldMk cId="1085881482" sldId="527"/>
        </pc:sldMkLst>
      </pc:sldChg>
      <pc:sldChg chg="del">
        <pc:chgData name="Carlos Castro Bustamante" userId="6a1eae72-c265-4fa1-8efa-3defc8ba2bc8" providerId="ADAL" clId="{1D78DB3A-C11F-4C72-80D1-CAC3EE0438AE}" dt="2023-10-11T14:57:58.511" v="0" actId="47"/>
        <pc:sldMkLst>
          <pc:docMk/>
          <pc:sldMk cId="2612426661" sldId="528"/>
        </pc:sldMkLst>
      </pc:sldChg>
      <pc:sldChg chg="del">
        <pc:chgData name="Carlos Castro Bustamante" userId="6a1eae72-c265-4fa1-8efa-3defc8ba2bc8" providerId="ADAL" clId="{1D78DB3A-C11F-4C72-80D1-CAC3EE0438AE}" dt="2023-10-11T14:57:58.511" v="0" actId="47"/>
        <pc:sldMkLst>
          <pc:docMk/>
          <pc:sldMk cId="3665822770" sldId="529"/>
        </pc:sldMkLst>
      </pc:sldChg>
      <pc:sldChg chg="del">
        <pc:chgData name="Carlos Castro Bustamante" userId="6a1eae72-c265-4fa1-8efa-3defc8ba2bc8" providerId="ADAL" clId="{1D78DB3A-C11F-4C72-80D1-CAC3EE0438AE}" dt="2023-10-11T14:57:58.511" v="0" actId="47"/>
        <pc:sldMkLst>
          <pc:docMk/>
          <pc:sldMk cId="3342684973" sldId="530"/>
        </pc:sldMkLst>
      </pc:sldChg>
      <pc:sldChg chg="del">
        <pc:chgData name="Carlos Castro Bustamante" userId="6a1eae72-c265-4fa1-8efa-3defc8ba2bc8" providerId="ADAL" clId="{1D78DB3A-C11F-4C72-80D1-CAC3EE0438AE}" dt="2023-10-11T14:57:58.511" v="0" actId="47"/>
        <pc:sldMkLst>
          <pc:docMk/>
          <pc:sldMk cId="496081927" sldId="531"/>
        </pc:sldMkLst>
      </pc:sldChg>
      <pc:sldChg chg="del">
        <pc:chgData name="Carlos Castro Bustamante" userId="6a1eae72-c265-4fa1-8efa-3defc8ba2bc8" providerId="ADAL" clId="{1D78DB3A-C11F-4C72-80D1-CAC3EE0438AE}" dt="2023-10-11T14:57:58.511" v="0" actId="47"/>
        <pc:sldMkLst>
          <pc:docMk/>
          <pc:sldMk cId="1424694174" sldId="532"/>
        </pc:sldMkLst>
      </pc:sldChg>
      <pc:sldChg chg="del">
        <pc:chgData name="Carlos Castro Bustamante" userId="6a1eae72-c265-4fa1-8efa-3defc8ba2bc8" providerId="ADAL" clId="{1D78DB3A-C11F-4C72-80D1-CAC3EE0438AE}" dt="2023-10-11T14:57:58.511" v="0" actId="47"/>
        <pc:sldMkLst>
          <pc:docMk/>
          <pc:sldMk cId="776869628" sldId="533"/>
        </pc:sldMkLst>
      </pc:sldChg>
      <pc:sldChg chg="del">
        <pc:chgData name="Carlos Castro Bustamante" userId="6a1eae72-c265-4fa1-8efa-3defc8ba2bc8" providerId="ADAL" clId="{1D78DB3A-C11F-4C72-80D1-CAC3EE0438AE}" dt="2023-10-11T14:57:58.511" v="0" actId="47"/>
        <pc:sldMkLst>
          <pc:docMk/>
          <pc:sldMk cId="4218680484" sldId="534"/>
        </pc:sldMkLst>
      </pc:sldChg>
      <pc:sldChg chg="del">
        <pc:chgData name="Carlos Castro Bustamante" userId="6a1eae72-c265-4fa1-8efa-3defc8ba2bc8" providerId="ADAL" clId="{1D78DB3A-C11F-4C72-80D1-CAC3EE0438AE}" dt="2023-10-11T14:57:59.567" v="1" actId="47"/>
        <pc:sldMkLst>
          <pc:docMk/>
          <pc:sldMk cId="1748350259" sldId="5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21A3B-4B54-478E-9548-A91E1B1C5643}" type="datetimeFigureOut">
              <a:rPr lang="es-CL" smtClean="0"/>
              <a:t>11-10-2023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622E4-1B15-4ED3-B8E2-3FF910AB6EC6}" type="slidenum">
              <a:rPr lang="es-CL" smtClean="0"/>
              <a:t>‹Nº›</a:t>
            </a:fld>
            <a:endParaRPr lang="es-CL"/>
          </a:p>
        </p:txBody>
      </p:sp>
    </p:spTree>
    <p:extLst>
      <p:ext uri="{BB962C8B-B14F-4D97-AF65-F5344CB8AC3E}">
        <p14:creationId xmlns:p14="http://schemas.microsoft.com/office/powerpoint/2010/main" val="125718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037630" y="2417441"/>
            <a:ext cx="11759804" cy="1668070"/>
          </a:xfrm>
        </p:spPr>
        <p:txBody>
          <a:bodyPr/>
          <a:lstStyle/>
          <a:p>
            <a:r>
              <a:rPr lang="es-ES_tradnl"/>
              <a:t>Clic para editar título</a:t>
            </a:r>
            <a:endParaRPr lang="es-ES"/>
          </a:p>
        </p:txBody>
      </p:sp>
      <p:sp>
        <p:nvSpPr>
          <p:cNvPr id="3" name="Subtítulo 2"/>
          <p:cNvSpPr>
            <a:spLocks noGrp="1"/>
          </p:cNvSpPr>
          <p:nvPr>
            <p:ph type="subTitle" idx="1"/>
          </p:nvPr>
        </p:nvSpPr>
        <p:spPr>
          <a:xfrm>
            <a:off x="2075261" y="4409758"/>
            <a:ext cx="9684545" cy="1988714"/>
          </a:xfrm>
        </p:spPr>
        <p:txBody>
          <a:bodyPr/>
          <a:lstStyle>
            <a:lvl1pPr marL="0" indent="0" algn="ctr">
              <a:buNone/>
              <a:defRPr>
                <a:solidFill>
                  <a:schemeClr val="tx1">
                    <a:tint val="75000"/>
                  </a:schemeClr>
                </a:solidFill>
              </a:defRPr>
            </a:lvl1pPr>
            <a:lvl2pPr marL="509396" indent="0" algn="ctr">
              <a:buNone/>
              <a:defRPr>
                <a:solidFill>
                  <a:schemeClr val="tx1">
                    <a:tint val="75000"/>
                  </a:schemeClr>
                </a:solidFill>
              </a:defRPr>
            </a:lvl2pPr>
            <a:lvl3pPr marL="1018793" indent="0" algn="ctr">
              <a:buNone/>
              <a:defRPr>
                <a:solidFill>
                  <a:schemeClr val="tx1">
                    <a:tint val="75000"/>
                  </a:schemeClr>
                </a:solidFill>
              </a:defRPr>
            </a:lvl3pPr>
            <a:lvl4pPr marL="1528191" indent="0" algn="ctr">
              <a:buNone/>
              <a:defRPr>
                <a:solidFill>
                  <a:schemeClr val="tx1">
                    <a:tint val="75000"/>
                  </a:schemeClr>
                </a:solidFill>
              </a:defRPr>
            </a:lvl4pPr>
            <a:lvl5pPr marL="2037587" indent="0" algn="ctr">
              <a:buNone/>
              <a:defRPr>
                <a:solidFill>
                  <a:schemeClr val="tx1">
                    <a:tint val="75000"/>
                  </a:schemeClr>
                </a:solidFill>
              </a:defRPr>
            </a:lvl5pPr>
            <a:lvl6pPr marL="2546984" indent="0" algn="ctr">
              <a:buNone/>
              <a:defRPr>
                <a:solidFill>
                  <a:schemeClr val="tx1">
                    <a:tint val="75000"/>
                  </a:schemeClr>
                </a:solidFill>
              </a:defRPr>
            </a:lvl6pPr>
            <a:lvl7pPr marL="3056381" indent="0" algn="ctr">
              <a:buNone/>
              <a:defRPr>
                <a:solidFill>
                  <a:schemeClr val="tx1">
                    <a:tint val="75000"/>
                  </a:schemeClr>
                </a:solidFill>
              </a:defRPr>
            </a:lvl7pPr>
            <a:lvl8pPr marL="3565779" indent="0" algn="ctr">
              <a:buNone/>
              <a:defRPr>
                <a:solidFill>
                  <a:schemeClr val="tx1">
                    <a:tint val="75000"/>
                  </a:schemeClr>
                </a:solidFill>
              </a:defRPr>
            </a:lvl8pPr>
            <a:lvl9pPr marL="4075175"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C9425A25-5545-4DC3-82F0-B0FDAC671EBD}" type="datetime1">
              <a:rPr lang="es-ES" smtClean="0"/>
              <a:t>11/10/2023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p:cNvPicPr>
            <a:picLocks noChangeAspect="1"/>
          </p:cNvPicPr>
          <p:nvPr userDrawn="1"/>
        </p:nvPicPr>
        <p:blipFill>
          <a:blip r:embed="rId2"/>
          <a:stretch>
            <a:fillRect/>
          </a:stretch>
        </p:blipFill>
        <p:spPr>
          <a:xfrm>
            <a:off x="2728620" y="0"/>
            <a:ext cx="8099801" cy="453218"/>
          </a:xfrm>
          <a:prstGeom prst="rect">
            <a:avLst/>
          </a:prstGeom>
        </p:spPr>
      </p:pic>
      <p:pic>
        <p:nvPicPr>
          <p:cNvPr id="8" name="Imagen 7"/>
          <p:cNvPicPr>
            <a:picLocks noChangeAspect="1"/>
          </p:cNvPicPr>
          <p:nvPr userDrawn="1"/>
        </p:nvPicPr>
        <p:blipFill>
          <a:blip r:embed="rId3"/>
          <a:stretch>
            <a:fillRect/>
          </a:stretch>
        </p:blipFill>
        <p:spPr>
          <a:xfrm>
            <a:off x="5635361" y="716679"/>
            <a:ext cx="2548466" cy="878042"/>
          </a:xfrm>
          <a:prstGeom prst="rect">
            <a:avLst/>
          </a:prstGeom>
        </p:spPr>
      </p:pic>
      <p:sp>
        <p:nvSpPr>
          <p:cNvPr id="9" name="Marcador de texto 5">
            <a:extLst>
              <a:ext uri="{FF2B5EF4-FFF2-40B4-BE49-F238E27FC236}">
                <a16:creationId xmlns:a16="http://schemas.microsoft.com/office/drawing/2014/main" id="{4BFCA498-348C-4A5E-9EF5-B337E69E3111}"/>
              </a:ext>
            </a:extLst>
          </p:cNvPr>
          <p:cNvSpPr txBox="1">
            <a:spLocks/>
          </p:cNvSpPr>
          <p:nvPr userDrawn="1"/>
        </p:nvSpPr>
        <p:spPr>
          <a:xfrm>
            <a:off x="0" y="6422550"/>
            <a:ext cx="13835063" cy="466725"/>
          </a:xfrm>
          <a:prstGeom prst="rect">
            <a:avLst/>
          </a:prstGeom>
        </p:spPr>
        <p:txBody>
          <a:bodyPr vert="horz" lIns="101882" tIns="50941" rIns="101882" bIns="50941" rtlCol="0" anchor="ctr"/>
          <a:lstStyle>
            <a:defPPr>
              <a:defRPr lang="es-ES"/>
            </a:defPPr>
            <a:lvl1pPr marL="0" algn="l" defTabSz="509412" rtl="0" eaLnBrk="1" latinLnBrk="0" hangingPunct="1">
              <a:defRPr sz="1300" kern="1200">
                <a:solidFill>
                  <a:schemeClr val="tx1">
                    <a:tint val="75000"/>
                  </a:schemeClr>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a:lstStyle>
          <a:p>
            <a:pPr algn="ctr"/>
            <a:r>
              <a:rPr lang="es-CL" sz="2400" dirty="0">
                <a:solidFill>
                  <a:schemeClr val="tx1"/>
                </a:solidFill>
              </a:rPr>
              <a:t>Semestre II</a:t>
            </a:r>
          </a:p>
        </p:txBody>
      </p:sp>
      <p:pic>
        <p:nvPicPr>
          <p:cNvPr id="10" name="Imagen 9"/>
          <p:cNvPicPr>
            <a:picLocks noChangeAspect="1"/>
          </p:cNvPicPr>
          <p:nvPr userDrawn="1"/>
        </p:nvPicPr>
        <p:blipFill>
          <a:blip r:embed="rId2"/>
          <a:stretch>
            <a:fillRect/>
          </a:stretch>
        </p:blipFill>
        <p:spPr>
          <a:xfrm>
            <a:off x="3009357" y="7328707"/>
            <a:ext cx="8099801" cy="453218"/>
          </a:xfrm>
          <a:prstGeom prst="rect">
            <a:avLst/>
          </a:prstGeom>
        </p:spPr>
      </p:pic>
    </p:spTree>
    <p:extLst>
      <p:ext uri="{BB962C8B-B14F-4D97-AF65-F5344CB8AC3E}">
        <p14:creationId xmlns:p14="http://schemas.microsoft.com/office/powerpoint/2010/main" val="2738684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91755" y="311638"/>
            <a:ext cx="10668503" cy="1296988"/>
          </a:xfrm>
        </p:spPr>
        <p:txBody>
          <a:bodyPr/>
          <a:lstStyle/>
          <a:p>
            <a:r>
              <a:rPr lang="es-ES_tradnl"/>
              <a:t>Clic para editar título</a:t>
            </a:r>
            <a:endParaRPr lang="es-ES"/>
          </a:p>
        </p:txBody>
      </p:sp>
      <p:sp>
        <p:nvSpPr>
          <p:cNvPr id="3" name="Marcador de contenido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fecha 3"/>
          <p:cNvSpPr>
            <a:spLocks noGrp="1"/>
          </p:cNvSpPr>
          <p:nvPr>
            <p:ph type="dt" sz="half" idx="10"/>
          </p:nvPr>
        </p:nvSpPr>
        <p:spPr/>
        <p:txBody>
          <a:bodyPr/>
          <a:lstStyle/>
          <a:p>
            <a:fld id="{E1E6CFD9-E906-4A4B-952A-0B18D04055BA}" type="datetime1">
              <a:rPr lang="es-ES" smtClean="0"/>
              <a:t>11/10/2023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a:extLst>
              <a:ext uri="{FF2B5EF4-FFF2-40B4-BE49-F238E27FC236}">
                <a16:creationId xmlns:a16="http://schemas.microsoft.com/office/drawing/2014/main" id="{14A43F8F-EE3E-4CF8-8778-4D390B492303}"/>
              </a:ext>
            </a:extLst>
          </p:cNvPr>
          <p:cNvPicPr>
            <a:picLocks noChangeAspect="1"/>
          </p:cNvPicPr>
          <p:nvPr userDrawn="1"/>
        </p:nvPicPr>
        <p:blipFill>
          <a:blip r:embed="rId2"/>
          <a:stretch>
            <a:fillRect/>
          </a:stretch>
        </p:blipFill>
        <p:spPr>
          <a:xfrm>
            <a:off x="11529220" y="335644"/>
            <a:ext cx="2048314" cy="705721"/>
          </a:xfrm>
          <a:prstGeom prst="rect">
            <a:avLst/>
          </a:prstGeom>
        </p:spPr>
      </p:pic>
    </p:spTree>
    <p:extLst>
      <p:ext uri="{BB962C8B-B14F-4D97-AF65-F5344CB8AC3E}">
        <p14:creationId xmlns:p14="http://schemas.microsoft.com/office/powerpoint/2010/main" val="3182405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1092875" y="5000611"/>
            <a:ext cx="11759804" cy="1545577"/>
          </a:xfrm>
        </p:spPr>
        <p:txBody>
          <a:bodyPr anchor="t"/>
          <a:lstStyle>
            <a:lvl1pPr algn="l">
              <a:defRPr sz="4500" b="1" cap="all"/>
            </a:lvl1pPr>
          </a:lstStyle>
          <a:p>
            <a:r>
              <a:rPr lang="es-ES_tradnl"/>
              <a:t>Clic para editar título</a:t>
            </a:r>
            <a:endParaRPr lang="es-ES"/>
          </a:p>
        </p:txBody>
      </p:sp>
      <p:sp>
        <p:nvSpPr>
          <p:cNvPr id="3" name="Marcador de texto 2"/>
          <p:cNvSpPr>
            <a:spLocks noGrp="1"/>
          </p:cNvSpPr>
          <p:nvPr>
            <p:ph type="body" idx="1"/>
          </p:nvPr>
        </p:nvSpPr>
        <p:spPr>
          <a:xfrm>
            <a:off x="1092875" y="3298312"/>
            <a:ext cx="11759804" cy="1702296"/>
          </a:xfrm>
        </p:spPr>
        <p:txBody>
          <a:bodyPr anchor="b"/>
          <a:lstStyle>
            <a:lvl1pPr marL="0" indent="0">
              <a:buNone/>
              <a:defRPr sz="2200">
                <a:solidFill>
                  <a:schemeClr val="tx1">
                    <a:tint val="75000"/>
                  </a:schemeClr>
                </a:solidFill>
              </a:defRPr>
            </a:lvl1pPr>
            <a:lvl2pPr marL="509396" indent="0">
              <a:buNone/>
              <a:defRPr sz="2000">
                <a:solidFill>
                  <a:schemeClr val="tx1">
                    <a:tint val="75000"/>
                  </a:schemeClr>
                </a:solidFill>
              </a:defRPr>
            </a:lvl2pPr>
            <a:lvl3pPr marL="1018793" indent="0">
              <a:buNone/>
              <a:defRPr sz="1800">
                <a:solidFill>
                  <a:schemeClr val="tx1">
                    <a:tint val="75000"/>
                  </a:schemeClr>
                </a:solidFill>
              </a:defRPr>
            </a:lvl3pPr>
            <a:lvl4pPr marL="1528191" indent="0">
              <a:buNone/>
              <a:defRPr sz="1600">
                <a:solidFill>
                  <a:schemeClr val="tx1">
                    <a:tint val="75000"/>
                  </a:schemeClr>
                </a:solidFill>
              </a:defRPr>
            </a:lvl4pPr>
            <a:lvl5pPr marL="2037587" indent="0">
              <a:buNone/>
              <a:defRPr sz="1600">
                <a:solidFill>
                  <a:schemeClr val="tx1">
                    <a:tint val="75000"/>
                  </a:schemeClr>
                </a:solidFill>
              </a:defRPr>
            </a:lvl5pPr>
            <a:lvl6pPr marL="2546984" indent="0">
              <a:buNone/>
              <a:defRPr sz="1600">
                <a:solidFill>
                  <a:schemeClr val="tx1">
                    <a:tint val="75000"/>
                  </a:schemeClr>
                </a:solidFill>
              </a:defRPr>
            </a:lvl6pPr>
            <a:lvl7pPr marL="3056381" indent="0">
              <a:buNone/>
              <a:defRPr sz="1600">
                <a:solidFill>
                  <a:schemeClr val="tx1">
                    <a:tint val="75000"/>
                  </a:schemeClr>
                </a:solidFill>
              </a:defRPr>
            </a:lvl7pPr>
            <a:lvl8pPr marL="3565779" indent="0">
              <a:buNone/>
              <a:defRPr sz="1600">
                <a:solidFill>
                  <a:schemeClr val="tx1">
                    <a:tint val="75000"/>
                  </a:schemeClr>
                </a:solidFill>
              </a:defRPr>
            </a:lvl8pPr>
            <a:lvl9pPr marL="4075175" indent="0">
              <a:buNone/>
              <a:defRPr sz="16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2A218F2F-B09A-4360-91A4-0970B48AAFB9}" type="datetime1">
              <a:rPr lang="es-ES" smtClean="0"/>
              <a:t>11/10/2023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0154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69175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703282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0B6774F7-C1E2-463E-B987-CB30F12A832E}" type="datetime1">
              <a:rPr lang="es-ES" smtClean="0"/>
              <a:t>11/10/2023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14694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91754" y="1741927"/>
            <a:ext cx="6112888"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4" name="Marcador de contenido 3"/>
          <p:cNvSpPr>
            <a:spLocks noGrp="1"/>
          </p:cNvSpPr>
          <p:nvPr>
            <p:ph sz="half" idx="2"/>
          </p:nvPr>
        </p:nvSpPr>
        <p:spPr>
          <a:xfrm>
            <a:off x="691754" y="2467879"/>
            <a:ext cx="6112888"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7028021" y="1741927"/>
            <a:ext cx="6115290"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7028021" y="2467879"/>
            <a:ext cx="6115290"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B619CE3E-D85E-4C07-8DF3-EE81179FC87C}" type="datetime1">
              <a:rPr lang="es-ES" smtClean="0"/>
              <a:t>11/10/2023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72293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51A8DCAB-65C6-4818-B03E-FEB86B5BD72A}" type="datetime1">
              <a:rPr lang="es-ES" smtClean="0"/>
              <a:t>11/10/2023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76677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14C3DC4-CADC-432B-90E3-19D9DE894AD9}" type="datetime1">
              <a:rPr lang="es-ES" smtClean="0"/>
              <a:t>11/10/2023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620940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91756" y="309836"/>
            <a:ext cx="4551641" cy="1318604"/>
          </a:xfrm>
        </p:spPr>
        <p:txBody>
          <a:bodyPr anchor="b"/>
          <a:lstStyle>
            <a:lvl1pPr algn="l">
              <a:defRPr sz="2200" b="1"/>
            </a:lvl1pPr>
          </a:lstStyle>
          <a:p>
            <a:r>
              <a:rPr lang="es-ES_tradnl"/>
              <a:t>Clic para editar título</a:t>
            </a:r>
            <a:endParaRPr lang="es-ES"/>
          </a:p>
        </p:txBody>
      </p:sp>
      <p:sp>
        <p:nvSpPr>
          <p:cNvPr id="3" name="Marcador de contenido 2"/>
          <p:cNvSpPr>
            <a:spLocks noGrp="1"/>
          </p:cNvSpPr>
          <p:nvPr>
            <p:ph idx="1"/>
          </p:nvPr>
        </p:nvSpPr>
        <p:spPr>
          <a:xfrm>
            <a:off x="5409125" y="309840"/>
            <a:ext cx="7734184" cy="6641657"/>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91756" y="1628444"/>
            <a:ext cx="4551641" cy="5323053"/>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D80F5A9-E6B8-4D75-B6F0-6363C62A9461}" type="datetime1">
              <a:rPr lang="es-ES" smtClean="0"/>
              <a:t>11/10/2023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61774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711771" y="5447348"/>
            <a:ext cx="8301038" cy="643090"/>
          </a:xfrm>
        </p:spPr>
        <p:txBody>
          <a:bodyPr anchor="b"/>
          <a:lstStyle>
            <a:lvl1pPr algn="l">
              <a:defRPr sz="2200" b="1"/>
            </a:lvl1pPr>
          </a:lstStyle>
          <a:p>
            <a:r>
              <a:rPr lang="es-ES_tradnl"/>
              <a:t>Clic para editar título</a:t>
            </a:r>
            <a:endParaRPr lang="es-ES"/>
          </a:p>
        </p:txBody>
      </p:sp>
      <p:sp>
        <p:nvSpPr>
          <p:cNvPr id="3" name="Marcador de posición de imagen 2"/>
          <p:cNvSpPr>
            <a:spLocks noGrp="1"/>
          </p:cNvSpPr>
          <p:nvPr>
            <p:ph type="pic" idx="1"/>
          </p:nvPr>
        </p:nvSpPr>
        <p:spPr>
          <a:xfrm>
            <a:off x="2711771" y="695332"/>
            <a:ext cx="8301038" cy="4669155"/>
          </a:xfrm>
        </p:spPr>
        <p:txBody>
          <a:bodyPr/>
          <a:lstStyle>
            <a:lvl1pPr marL="0" indent="0">
              <a:buNone/>
              <a:defRPr sz="3600"/>
            </a:lvl1pPr>
            <a:lvl2pPr marL="509396" indent="0">
              <a:buNone/>
              <a:defRPr sz="3100"/>
            </a:lvl2pPr>
            <a:lvl3pPr marL="1018793" indent="0">
              <a:buNone/>
              <a:defRPr sz="2700"/>
            </a:lvl3pPr>
            <a:lvl4pPr marL="1528191" indent="0">
              <a:buNone/>
              <a:defRPr sz="2200"/>
            </a:lvl4pPr>
            <a:lvl5pPr marL="2037587" indent="0">
              <a:buNone/>
              <a:defRPr sz="2200"/>
            </a:lvl5pPr>
            <a:lvl6pPr marL="2546984" indent="0">
              <a:buNone/>
              <a:defRPr sz="2200"/>
            </a:lvl6pPr>
            <a:lvl7pPr marL="3056381" indent="0">
              <a:buNone/>
              <a:defRPr sz="2200"/>
            </a:lvl7pPr>
            <a:lvl8pPr marL="3565779" indent="0">
              <a:buNone/>
              <a:defRPr sz="2200"/>
            </a:lvl8pPr>
            <a:lvl9pPr marL="4075175" indent="0">
              <a:buNone/>
              <a:defRPr sz="2200"/>
            </a:lvl9pPr>
          </a:lstStyle>
          <a:p>
            <a:endParaRPr lang="es-ES"/>
          </a:p>
        </p:txBody>
      </p:sp>
      <p:sp>
        <p:nvSpPr>
          <p:cNvPr id="4" name="Marcador de texto 3"/>
          <p:cNvSpPr>
            <a:spLocks noGrp="1"/>
          </p:cNvSpPr>
          <p:nvPr>
            <p:ph type="body" sz="half" idx="2"/>
          </p:nvPr>
        </p:nvSpPr>
        <p:spPr>
          <a:xfrm>
            <a:off x="2711771" y="6090441"/>
            <a:ext cx="8301038" cy="913295"/>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70AE2EF4-72E9-446C-B6F6-A2528C8C469D}" type="datetime1">
              <a:rPr lang="es-ES" smtClean="0"/>
              <a:t>11/10/2023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08518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00A0D30-77A6-428E-A786-7D3A7FF1AFD9}" type="datetime1">
              <a:rPr lang="es-ES" smtClean="0"/>
              <a:t>11/10/2023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22886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030422" y="311642"/>
            <a:ext cx="3112889" cy="663985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91755" y="311642"/>
            <a:ext cx="9108083" cy="663985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89518D-84EB-452F-B513-69E23E37C6C5}" type="datetime1">
              <a:rPr lang="es-ES" smtClean="0"/>
              <a:t>11/10/2023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822940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91755" y="311638"/>
            <a:ext cx="12451557" cy="1296988"/>
          </a:xfrm>
          <a:prstGeom prst="rect">
            <a:avLst/>
          </a:prstGeom>
        </p:spPr>
        <p:txBody>
          <a:bodyPr vert="horz" lIns="101882" tIns="50941" rIns="101882" bIns="50941"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691755" y="1815786"/>
            <a:ext cx="12451557" cy="5135711"/>
          </a:xfrm>
          <a:prstGeom prst="rect">
            <a:avLst/>
          </a:prstGeom>
        </p:spPr>
        <p:txBody>
          <a:bodyPr vert="horz" lIns="101882" tIns="50941" rIns="101882" bIns="50941"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691754" y="7212695"/>
            <a:ext cx="3228182" cy="414315"/>
          </a:xfrm>
          <a:prstGeom prst="rect">
            <a:avLst/>
          </a:prstGeom>
        </p:spPr>
        <p:txBody>
          <a:bodyPr vert="horz" lIns="101882" tIns="50941" rIns="101882" bIns="50941" rtlCol="0" anchor="ctr"/>
          <a:lstStyle>
            <a:lvl1pPr algn="l">
              <a:defRPr sz="1300">
                <a:solidFill>
                  <a:schemeClr val="tx1">
                    <a:tint val="75000"/>
                  </a:schemeClr>
                </a:solidFill>
              </a:defRPr>
            </a:lvl1pPr>
          </a:lstStyle>
          <a:p>
            <a:fld id="{25B3FFE4-C8E7-42C6-B2A3-B6F9AD8D08AE}" type="datetime1">
              <a:rPr lang="es-ES" smtClean="0"/>
              <a:t>11/10/2023</a:t>
            </a:fld>
            <a:endParaRPr lang="es-ES"/>
          </a:p>
        </p:txBody>
      </p:sp>
      <p:sp>
        <p:nvSpPr>
          <p:cNvPr id="5" name="Marcador de pie de página 4"/>
          <p:cNvSpPr>
            <a:spLocks noGrp="1"/>
          </p:cNvSpPr>
          <p:nvPr>
            <p:ph type="ftr" sz="quarter" idx="3"/>
          </p:nvPr>
        </p:nvSpPr>
        <p:spPr>
          <a:xfrm>
            <a:off x="4726980" y="7212695"/>
            <a:ext cx="4381104" cy="414315"/>
          </a:xfrm>
          <a:prstGeom prst="rect">
            <a:avLst/>
          </a:prstGeom>
        </p:spPr>
        <p:txBody>
          <a:bodyPr vert="horz" lIns="101882" tIns="50941" rIns="101882" bIns="50941" rtlCol="0" anchor="ctr"/>
          <a:lstStyle>
            <a:lvl1pPr algn="ctr">
              <a:defRPr sz="13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9915129" y="7212695"/>
            <a:ext cx="3228182" cy="414315"/>
          </a:xfrm>
          <a:prstGeom prst="rect">
            <a:avLst/>
          </a:prstGeom>
        </p:spPr>
        <p:txBody>
          <a:bodyPr vert="horz" lIns="101882" tIns="50941" rIns="101882" bIns="50941" rtlCol="0" anchor="ctr"/>
          <a:lstStyle>
            <a:lvl1pPr algn="r">
              <a:defRPr sz="1300">
                <a:solidFill>
                  <a:schemeClr val="tx1">
                    <a:tint val="75000"/>
                  </a:schemeClr>
                </a:solidFill>
              </a:defRPr>
            </a:lvl1pPr>
          </a:lstStyle>
          <a:p>
            <a:fld id="{D96A54BD-AC63-BC40-87B5-8F267BC0565D}" type="slidenum">
              <a:rPr lang="es-ES" smtClean="0"/>
              <a:t>‹Nº›</a:t>
            </a:fld>
            <a:endParaRPr lang="es-ES"/>
          </a:p>
        </p:txBody>
      </p:sp>
    </p:spTree>
    <p:extLst>
      <p:ext uri="{BB962C8B-B14F-4D97-AF65-F5344CB8AC3E}">
        <p14:creationId xmlns:p14="http://schemas.microsoft.com/office/powerpoint/2010/main" val="1093945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509396" rtl="0" eaLnBrk="1" latinLnBrk="0" hangingPunct="1">
        <a:spcBef>
          <a:spcPct val="0"/>
        </a:spcBef>
        <a:buNone/>
        <a:defRPr sz="4900" kern="1200">
          <a:solidFill>
            <a:schemeClr val="tx1"/>
          </a:solidFill>
          <a:latin typeface="+mj-lt"/>
          <a:ea typeface="+mj-ea"/>
          <a:cs typeface="+mj-cs"/>
        </a:defRPr>
      </a:lvl1pPr>
    </p:titleStyle>
    <p:bodyStyle>
      <a:lvl1pPr marL="382048" indent="-382048" algn="l" defTabSz="509396" rtl="0" eaLnBrk="1" latinLnBrk="0" hangingPunct="1">
        <a:spcBef>
          <a:spcPct val="20000"/>
        </a:spcBef>
        <a:buFont typeface="Arial"/>
        <a:buChar char="•"/>
        <a:defRPr sz="3600" kern="1200">
          <a:solidFill>
            <a:schemeClr val="tx1"/>
          </a:solidFill>
          <a:latin typeface="+mn-lt"/>
          <a:ea typeface="+mn-ea"/>
          <a:cs typeface="+mn-cs"/>
        </a:defRPr>
      </a:lvl1pPr>
      <a:lvl2pPr marL="827770" indent="-318374" algn="l" defTabSz="509396" rtl="0" eaLnBrk="1" latinLnBrk="0" hangingPunct="1">
        <a:spcBef>
          <a:spcPct val="20000"/>
        </a:spcBef>
        <a:buFont typeface="Arial"/>
        <a:buChar char="–"/>
        <a:defRPr sz="3100" kern="1200">
          <a:solidFill>
            <a:schemeClr val="tx1"/>
          </a:solidFill>
          <a:latin typeface="+mn-lt"/>
          <a:ea typeface="+mn-ea"/>
          <a:cs typeface="+mn-cs"/>
        </a:defRPr>
      </a:lvl2pPr>
      <a:lvl3pPr marL="1273492" indent="-254698" algn="l" defTabSz="509396" rtl="0" eaLnBrk="1" latinLnBrk="0" hangingPunct="1">
        <a:spcBef>
          <a:spcPct val="20000"/>
        </a:spcBef>
        <a:buFont typeface="Arial"/>
        <a:buChar char="•"/>
        <a:defRPr sz="2700" kern="1200">
          <a:solidFill>
            <a:schemeClr val="tx1"/>
          </a:solidFill>
          <a:latin typeface="+mn-lt"/>
          <a:ea typeface="+mn-ea"/>
          <a:cs typeface="+mn-cs"/>
        </a:defRPr>
      </a:lvl3pPr>
      <a:lvl4pPr marL="1782889" indent="-254698" algn="l" defTabSz="509396" rtl="0" eaLnBrk="1" latinLnBrk="0" hangingPunct="1">
        <a:spcBef>
          <a:spcPct val="20000"/>
        </a:spcBef>
        <a:buFont typeface="Arial"/>
        <a:buChar char="–"/>
        <a:defRPr sz="2200" kern="1200">
          <a:solidFill>
            <a:schemeClr val="tx1"/>
          </a:solidFill>
          <a:latin typeface="+mn-lt"/>
          <a:ea typeface="+mn-ea"/>
          <a:cs typeface="+mn-cs"/>
        </a:defRPr>
      </a:lvl4pPr>
      <a:lvl5pPr marL="2292286" indent="-254698" algn="l" defTabSz="509396" rtl="0" eaLnBrk="1" latinLnBrk="0" hangingPunct="1">
        <a:spcBef>
          <a:spcPct val="20000"/>
        </a:spcBef>
        <a:buFont typeface="Arial"/>
        <a:buChar char="»"/>
        <a:defRPr sz="2200" kern="1200">
          <a:solidFill>
            <a:schemeClr val="tx1"/>
          </a:solidFill>
          <a:latin typeface="+mn-lt"/>
          <a:ea typeface="+mn-ea"/>
          <a:cs typeface="+mn-cs"/>
        </a:defRPr>
      </a:lvl5pPr>
      <a:lvl6pPr marL="2801683" indent="-254698" algn="l" defTabSz="509396" rtl="0" eaLnBrk="1" latinLnBrk="0" hangingPunct="1">
        <a:spcBef>
          <a:spcPct val="20000"/>
        </a:spcBef>
        <a:buFont typeface="Arial"/>
        <a:buChar char="•"/>
        <a:defRPr sz="2200" kern="1200">
          <a:solidFill>
            <a:schemeClr val="tx1"/>
          </a:solidFill>
          <a:latin typeface="+mn-lt"/>
          <a:ea typeface="+mn-ea"/>
          <a:cs typeface="+mn-cs"/>
        </a:defRPr>
      </a:lvl6pPr>
      <a:lvl7pPr marL="3311080" indent="-254698" algn="l" defTabSz="509396" rtl="0" eaLnBrk="1" latinLnBrk="0" hangingPunct="1">
        <a:spcBef>
          <a:spcPct val="20000"/>
        </a:spcBef>
        <a:buFont typeface="Arial"/>
        <a:buChar char="•"/>
        <a:defRPr sz="2200" kern="1200">
          <a:solidFill>
            <a:schemeClr val="tx1"/>
          </a:solidFill>
          <a:latin typeface="+mn-lt"/>
          <a:ea typeface="+mn-ea"/>
          <a:cs typeface="+mn-cs"/>
        </a:defRPr>
      </a:lvl7pPr>
      <a:lvl8pPr marL="3820477" indent="-254698" algn="l" defTabSz="509396" rtl="0" eaLnBrk="1" latinLnBrk="0" hangingPunct="1">
        <a:spcBef>
          <a:spcPct val="20000"/>
        </a:spcBef>
        <a:buFont typeface="Arial"/>
        <a:buChar char="•"/>
        <a:defRPr sz="2200" kern="1200">
          <a:solidFill>
            <a:schemeClr val="tx1"/>
          </a:solidFill>
          <a:latin typeface="+mn-lt"/>
          <a:ea typeface="+mn-ea"/>
          <a:cs typeface="+mn-cs"/>
        </a:defRPr>
      </a:lvl8pPr>
      <a:lvl9pPr marL="4329874" indent="-254698" algn="l" defTabSz="509396"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s-ES"/>
      </a:defPPr>
      <a:lvl1pPr marL="0" algn="l" defTabSz="509396" rtl="0" eaLnBrk="1" latinLnBrk="0" hangingPunct="1">
        <a:defRPr sz="2000" kern="1200">
          <a:solidFill>
            <a:schemeClr val="tx1"/>
          </a:solidFill>
          <a:latin typeface="+mn-lt"/>
          <a:ea typeface="+mn-ea"/>
          <a:cs typeface="+mn-cs"/>
        </a:defRPr>
      </a:lvl1pPr>
      <a:lvl2pPr marL="509396" algn="l" defTabSz="509396" rtl="0" eaLnBrk="1" latinLnBrk="0" hangingPunct="1">
        <a:defRPr sz="2000" kern="1200">
          <a:solidFill>
            <a:schemeClr val="tx1"/>
          </a:solidFill>
          <a:latin typeface="+mn-lt"/>
          <a:ea typeface="+mn-ea"/>
          <a:cs typeface="+mn-cs"/>
        </a:defRPr>
      </a:lvl2pPr>
      <a:lvl3pPr marL="1018793" algn="l" defTabSz="509396" rtl="0" eaLnBrk="1" latinLnBrk="0" hangingPunct="1">
        <a:defRPr sz="2000" kern="1200">
          <a:solidFill>
            <a:schemeClr val="tx1"/>
          </a:solidFill>
          <a:latin typeface="+mn-lt"/>
          <a:ea typeface="+mn-ea"/>
          <a:cs typeface="+mn-cs"/>
        </a:defRPr>
      </a:lvl3pPr>
      <a:lvl4pPr marL="1528191" algn="l" defTabSz="509396" rtl="0" eaLnBrk="1" latinLnBrk="0" hangingPunct="1">
        <a:defRPr sz="2000" kern="1200">
          <a:solidFill>
            <a:schemeClr val="tx1"/>
          </a:solidFill>
          <a:latin typeface="+mn-lt"/>
          <a:ea typeface="+mn-ea"/>
          <a:cs typeface="+mn-cs"/>
        </a:defRPr>
      </a:lvl4pPr>
      <a:lvl5pPr marL="2037587" algn="l" defTabSz="509396" rtl="0" eaLnBrk="1" latinLnBrk="0" hangingPunct="1">
        <a:defRPr sz="2000" kern="1200">
          <a:solidFill>
            <a:schemeClr val="tx1"/>
          </a:solidFill>
          <a:latin typeface="+mn-lt"/>
          <a:ea typeface="+mn-ea"/>
          <a:cs typeface="+mn-cs"/>
        </a:defRPr>
      </a:lvl5pPr>
      <a:lvl6pPr marL="2546984" algn="l" defTabSz="509396" rtl="0" eaLnBrk="1" latinLnBrk="0" hangingPunct="1">
        <a:defRPr sz="2000" kern="1200">
          <a:solidFill>
            <a:schemeClr val="tx1"/>
          </a:solidFill>
          <a:latin typeface="+mn-lt"/>
          <a:ea typeface="+mn-ea"/>
          <a:cs typeface="+mn-cs"/>
        </a:defRPr>
      </a:lvl6pPr>
      <a:lvl7pPr marL="3056381" algn="l" defTabSz="509396" rtl="0" eaLnBrk="1" latinLnBrk="0" hangingPunct="1">
        <a:defRPr sz="2000" kern="1200">
          <a:solidFill>
            <a:schemeClr val="tx1"/>
          </a:solidFill>
          <a:latin typeface="+mn-lt"/>
          <a:ea typeface="+mn-ea"/>
          <a:cs typeface="+mn-cs"/>
        </a:defRPr>
      </a:lvl7pPr>
      <a:lvl8pPr marL="3565779" algn="l" defTabSz="509396" rtl="0" eaLnBrk="1" latinLnBrk="0" hangingPunct="1">
        <a:defRPr sz="2000" kern="1200">
          <a:solidFill>
            <a:schemeClr val="tx1"/>
          </a:solidFill>
          <a:latin typeface="+mn-lt"/>
          <a:ea typeface="+mn-ea"/>
          <a:cs typeface="+mn-cs"/>
        </a:defRPr>
      </a:lvl8pPr>
      <a:lvl9pPr marL="4075175" algn="l" defTabSz="50939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ocs.oracle.com/cd/E11882_01/timesten.112/e21639/exceptions.htm#TTPLS19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ES" sz="5400" dirty="0">
                <a:solidFill>
                  <a:schemeClr val="tx1">
                    <a:lumMod val="75000"/>
                    <a:lumOff val="25000"/>
                  </a:schemeClr>
                </a:solidFill>
              </a:rPr>
              <a:t>Base de Datos</a:t>
            </a:r>
            <a:br>
              <a:rPr lang="es-ES" sz="5400" dirty="0">
                <a:solidFill>
                  <a:schemeClr val="tx1">
                    <a:lumMod val="75000"/>
                    <a:lumOff val="25000"/>
                  </a:schemeClr>
                </a:solidFill>
              </a:rPr>
            </a:br>
            <a:r>
              <a:rPr lang="es-ES" sz="5400" dirty="0">
                <a:solidFill>
                  <a:schemeClr val="tx1">
                    <a:lumMod val="75000"/>
                    <a:lumOff val="25000"/>
                  </a:schemeClr>
                </a:solidFill>
              </a:rPr>
              <a:t>Ingeniería Civil en Informática</a:t>
            </a:r>
            <a:endParaRPr lang="es-CL" dirty="0"/>
          </a:p>
        </p:txBody>
      </p:sp>
      <p:sp>
        <p:nvSpPr>
          <p:cNvPr id="3" name="Subtítulo 2"/>
          <p:cNvSpPr>
            <a:spLocks noGrp="1"/>
          </p:cNvSpPr>
          <p:nvPr>
            <p:ph type="subTitle" idx="1"/>
          </p:nvPr>
        </p:nvSpPr>
        <p:spPr/>
        <p:txBody>
          <a:bodyPr/>
          <a:lstStyle/>
          <a:p>
            <a:r>
              <a:rPr lang="es-CL" dirty="0"/>
              <a:t>Carlos Andrés Castro Bustamante</a:t>
            </a:r>
          </a:p>
          <a:p>
            <a:r>
              <a:rPr lang="es-CL" dirty="0"/>
              <a:t>ccastrob@ucm.cl</a:t>
            </a:r>
          </a:p>
          <a:p>
            <a:endParaRPr lang="es-CL" dirty="0"/>
          </a:p>
        </p:txBody>
      </p:sp>
      <p:sp>
        <p:nvSpPr>
          <p:cNvPr id="4" name="Marcador de número de diapositiva 3"/>
          <p:cNvSpPr>
            <a:spLocks noGrp="1"/>
          </p:cNvSpPr>
          <p:nvPr>
            <p:ph type="sldNum" sz="quarter" idx="12"/>
          </p:nvPr>
        </p:nvSpPr>
        <p:spPr/>
        <p:txBody>
          <a:bodyPr/>
          <a:lstStyle/>
          <a:p>
            <a:fld id="{9147EDA9-C55A-8145-A85C-80E4429229CF}" type="slidenum">
              <a:rPr lang="es-ES" smtClean="0"/>
              <a:t>1</a:t>
            </a:fld>
            <a:endParaRPr lang="es-ES"/>
          </a:p>
        </p:txBody>
      </p:sp>
    </p:spTree>
    <p:extLst>
      <p:ext uri="{BB962C8B-B14F-4D97-AF65-F5344CB8AC3E}">
        <p14:creationId xmlns:p14="http://schemas.microsoft.com/office/powerpoint/2010/main" val="150532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335B9-220B-8840-9369-9CAE5A6252AE}"/>
              </a:ext>
            </a:extLst>
          </p:cNvPr>
          <p:cNvSpPr>
            <a:spLocks noGrp="1"/>
          </p:cNvSpPr>
          <p:nvPr>
            <p:ph type="title"/>
          </p:nvPr>
        </p:nvSpPr>
        <p:spPr/>
        <p:txBody>
          <a:bodyPr/>
          <a:lstStyle/>
          <a:p>
            <a:r>
              <a:rPr lang="es-CL" dirty="0"/>
              <a:t>Resultado de Aprendizaje</a:t>
            </a:r>
          </a:p>
        </p:txBody>
      </p:sp>
      <p:sp>
        <p:nvSpPr>
          <p:cNvPr id="3" name="Marcador de contenido 2">
            <a:extLst>
              <a:ext uri="{FF2B5EF4-FFF2-40B4-BE49-F238E27FC236}">
                <a16:creationId xmlns:a16="http://schemas.microsoft.com/office/drawing/2014/main" id="{A88809FD-94C1-0B43-A20E-A21D968E5C5E}"/>
              </a:ext>
            </a:extLst>
          </p:cNvPr>
          <p:cNvSpPr>
            <a:spLocks noGrp="1"/>
          </p:cNvSpPr>
          <p:nvPr>
            <p:ph idx="1"/>
          </p:nvPr>
        </p:nvSpPr>
        <p:spPr>
          <a:xfrm>
            <a:off x="691755" y="1815786"/>
            <a:ext cx="12451557" cy="5135711"/>
          </a:xfrm>
        </p:spPr>
        <p:txBody>
          <a:bodyPr/>
          <a:lstStyle/>
          <a:p>
            <a:r>
              <a:rPr lang="es-CL" dirty="0"/>
              <a:t>Aplicar los conocimientos básicos de administración de bases de datos (user, commit, rollback, definición de tablas de sistemas, bases de datos distribuidas). </a:t>
            </a:r>
          </a:p>
          <a:p>
            <a:endParaRPr lang="es-CL" dirty="0"/>
          </a:p>
        </p:txBody>
      </p:sp>
      <p:sp>
        <p:nvSpPr>
          <p:cNvPr id="4" name="Marcador de número de diapositiva 3">
            <a:extLst>
              <a:ext uri="{FF2B5EF4-FFF2-40B4-BE49-F238E27FC236}">
                <a16:creationId xmlns:a16="http://schemas.microsoft.com/office/drawing/2014/main" id="{88E4C5DC-1D47-4645-B382-87971E1F941F}"/>
              </a:ext>
            </a:extLst>
          </p:cNvPr>
          <p:cNvSpPr>
            <a:spLocks noGrp="1"/>
          </p:cNvSpPr>
          <p:nvPr>
            <p:ph type="sldNum" sz="quarter" idx="12"/>
          </p:nvPr>
        </p:nvSpPr>
        <p:spPr/>
        <p:txBody>
          <a:bodyPr/>
          <a:lstStyle/>
          <a:p>
            <a:fld id="{9147EDA9-C55A-8145-A85C-80E4429229CF}" type="slidenum">
              <a:rPr lang="es-ES" smtClean="0"/>
              <a:t>2</a:t>
            </a:fld>
            <a:endParaRPr lang="es-ES"/>
          </a:p>
        </p:txBody>
      </p:sp>
      <p:pic>
        <p:nvPicPr>
          <p:cNvPr id="5" name="Imagen 4">
            <a:extLst>
              <a:ext uri="{FF2B5EF4-FFF2-40B4-BE49-F238E27FC236}">
                <a16:creationId xmlns:a16="http://schemas.microsoft.com/office/drawing/2014/main" id="{BE2B9DF2-C00F-BD49-8E09-CCFD0387580A}"/>
              </a:ext>
            </a:extLst>
          </p:cNvPr>
          <p:cNvPicPr>
            <a:picLocks noChangeAspect="1"/>
          </p:cNvPicPr>
          <p:nvPr/>
        </p:nvPicPr>
        <p:blipFill>
          <a:blip r:embed="rId2"/>
          <a:stretch>
            <a:fillRect/>
          </a:stretch>
        </p:blipFill>
        <p:spPr>
          <a:xfrm>
            <a:off x="8698948" y="3679821"/>
            <a:ext cx="3271676" cy="3271676"/>
          </a:xfrm>
          <a:prstGeom prst="rect">
            <a:avLst/>
          </a:prstGeom>
        </p:spPr>
      </p:pic>
    </p:spTree>
    <p:extLst>
      <p:ext uri="{BB962C8B-B14F-4D97-AF65-F5344CB8AC3E}">
        <p14:creationId xmlns:p14="http://schemas.microsoft.com/office/powerpoint/2010/main" val="427018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Contextualicemos</a:t>
            </a:r>
            <a:endParaRPr lang="es-CL" dirty="0"/>
          </a:p>
        </p:txBody>
      </p:sp>
      <p:sp>
        <p:nvSpPr>
          <p:cNvPr id="4" name="Marcador de número de diapositiva 3"/>
          <p:cNvSpPr>
            <a:spLocks noGrp="1"/>
          </p:cNvSpPr>
          <p:nvPr>
            <p:ph type="sldNum" sz="quarter" idx="12"/>
          </p:nvPr>
        </p:nvSpPr>
        <p:spPr/>
        <p:txBody>
          <a:bodyPr/>
          <a:lstStyle/>
          <a:p>
            <a:fld id="{9147EDA9-C55A-8145-A85C-80E4429229CF}" type="slidenum">
              <a:rPr lang="es-ES" smtClean="0"/>
              <a:t>3</a:t>
            </a:fld>
            <a:endParaRPr lang="es-ES"/>
          </a:p>
        </p:txBody>
      </p:sp>
      <p:pic>
        <p:nvPicPr>
          <p:cNvPr id="1026" name="Picture 2" descr="Base de datos en línea, disco en la nube. almacenamiento de datos, base de información, aplicación informática. usuario de pc, personaje de dibujos animados del operador. información en la pantalla del monitor. vector gratui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208" y="1608626"/>
            <a:ext cx="5962650" cy="596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73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Concurrencia</a:t>
            </a:r>
            <a:endParaRPr lang="es-CL" dirty="0"/>
          </a:p>
        </p:txBody>
      </p:sp>
      <p:sp>
        <p:nvSpPr>
          <p:cNvPr id="3" name="Marcador de contenido 2"/>
          <p:cNvSpPr>
            <a:spLocks noGrp="1"/>
          </p:cNvSpPr>
          <p:nvPr>
            <p:ph idx="1"/>
          </p:nvPr>
        </p:nvSpPr>
        <p:spPr/>
        <p:txBody>
          <a:bodyPr>
            <a:normAutofit/>
          </a:bodyPr>
          <a:lstStyle/>
          <a:p>
            <a:r>
              <a:rPr lang="es-ES" dirty="0"/>
              <a:t>¿Qué se entiende por concurrencia?</a:t>
            </a:r>
          </a:p>
          <a:p>
            <a:pPr lvl="1"/>
            <a:r>
              <a:rPr lang="es-ES" dirty="0"/>
              <a:t>Según la rae: Dicho de diferentes personas, sucesos o cosas: Juntarse en un mismo lugar o tiempo.</a:t>
            </a:r>
          </a:p>
          <a:p>
            <a:pPr lvl="1"/>
            <a:r>
              <a:rPr lang="es-ES" dirty="0"/>
              <a:t>En Base de Datos: Cuello de botella (Taco), ya que propone trabajos que llegan a procesarse todos al mismo tiempo.</a:t>
            </a:r>
          </a:p>
          <a:p>
            <a:r>
              <a:rPr lang="es-ES" dirty="0"/>
              <a:t>¿Cómo soluciono el cuello de botella?</a:t>
            </a:r>
          </a:p>
          <a:p>
            <a:pPr lvl="1"/>
            <a:r>
              <a:rPr lang="es-ES" dirty="0"/>
              <a:t>Realizando un control de concurrencia</a:t>
            </a:r>
          </a:p>
          <a:p>
            <a:pPr lvl="1"/>
            <a:r>
              <a:rPr lang="es-ES" dirty="0"/>
              <a:t>Que consiste en indicar cómo trabajar con los recursos compartidos</a:t>
            </a:r>
          </a:p>
        </p:txBody>
      </p:sp>
    </p:spTree>
    <p:extLst>
      <p:ext uri="{BB962C8B-B14F-4D97-AF65-F5344CB8AC3E}">
        <p14:creationId xmlns:p14="http://schemas.microsoft.com/office/powerpoint/2010/main" val="2819892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Concurrencia</a:t>
            </a:r>
            <a:endParaRPr lang="es-CL" dirty="0"/>
          </a:p>
        </p:txBody>
      </p:sp>
      <p:sp>
        <p:nvSpPr>
          <p:cNvPr id="3" name="Marcador de contenido 2"/>
          <p:cNvSpPr>
            <a:spLocks noGrp="1"/>
          </p:cNvSpPr>
          <p:nvPr>
            <p:ph idx="1"/>
          </p:nvPr>
        </p:nvSpPr>
        <p:spPr/>
        <p:txBody>
          <a:bodyPr>
            <a:normAutofit/>
          </a:bodyPr>
          <a:lstStyle/>
          <a:p>
            <a:r>
              <a:rPr lang="es-ES" dirty="0"/>
              <a:t>Considerando como recurso compartido una tabla</a:t>
            </a:r>
          </a:p>
          <a:p>
            <a:pPr lvl="1"/>
            <a:r>
              <a:rPr lang="es-ES" dirty="0"/>
              <a:t>¿Qué se debe hacer?</a:t>
            </a:r>
          </a:p>
          <a:p>
            <a:pPr lvl="2"/>
            <a:r>
              <a:rPr lang="es-ES" dirty="0"/>
              <a:t>Debo utilizar para llevar un orden, en términos de procedimiento almacenado, la instrucción </a:t>
            </a:r>
            <a:r>
              <a:rPr lang="es-ES" dirty="0" err="1"/>
              <a:t>lock</a:t>
            </a:r>
            <a:r>
              <a:rPr lang="es-ES" dirty="0"/>
              <a:t> </a:t>
            </a:r>
            <a:r>
              <a:rPr lang="es-ES" dirty="0" err="1"/>
              <a:t>table</a:t>
            </a:r>
            <a:r>
              <a:rPr lang="es-ES" dirty="0"/>
              <a:t> (bloqueo la tabla), antes de realizar cualquier instrucción, todo dentro del bloque PL/SQL (entre el </a:t>
            </a:r>
            <a:r>
              <a:rPr lang="es-ES" dirty="0" err="1"/>
              <a:t>begin</a:t>
            </a:r>
            <a:r>
              <a:rPr lang="es-ES" dirty="0"/>
              <a:t> y el </a:t>
            </a:r>
            <a:r>
              <a:rPr lang="es-ES" dirty="0" err="1"/>
              <a:t>end</a:t>
            </a:r>
            <a:r>
              <a:rPr lang="es-ES" dirty="0"/>
              <a:t>)</a:t>
            </a:r>
          </a:p>
          <a:p>
            <a:pPr lvl="2"/>
            <a:r>
              <a:rPr lang="es-ES" dirty="0"/>
              <a:t>Para llevar esto a cabo debo trabajar la siguiente instrucción</a:t>
            </a:r>
          </a:p>
          <a:p>
            <a:pPr lvl="3"/>
            <a:r>
              <a:rPr lang="es-ES" dirty="0" err="1"/>
              <a:t>Lock</a:t>
            </a:r>
            <a:r>
              <a:rPr lang="es-ES" dirty="0"/>
              <a:t> </a:t>
            </a:r>
            <a:r>
              <a:rPr lang="es-ES" dirty="0" err="1"/>
              <a:t>table</a:t>
            </a:r>
            <a:r>
              <a:rPr lang="es-ES" dirty="0"/>
              <a:t> </a:t>
            </a:r>
            <a:r>
              <a:rPr lang="es-ES" dirty="0" err="1">
                <a:solidFill>
                  <a:schemeClr val="accent1"/>
                </a:solidFill>
              </a:rPr>
              <a:t>nombre_tabla</a:t>
            </a:r>
            <a:r>
              <a:rPr lang="es-ES" dirty="0"/>
              <a:t> </a:t>
            </a:r>
            <a:r>
              <a:rPr lang="es-ES" dirty="0" err="1">
                <a:solidFill>
                  <a:schemeClr val="accent6"/>
                </a:solidFill>
              </a:rPr>
              <a:t>modo_de_bloqueo</a:t>
            </a:r>
            <a:r>
              <a:rPr lang="es-ES" dirty="0"/>
              <a:t>;</a:t>
            </a:r>
          </a:p>
        </p:txBody>
      </p:sp>
    </p:spTree>
    <p:extLst>
      <p:ext uri="{BB962C8B-B14F-4D97-AF65-F5344CB8AC3E}">
        <p14:creationId xmlns:p14="http://schemas.microsoft.com/office/powerpoint/2010/main" val="128090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Lock</a:t>
            </a:r>
            <a:r>
              <a:rPr lang="es-ES" dirty="0"/>
              <a:t> </a:t>
            </a:r>
            <a:r>
              <a:rPr lang="es-ES" dirty="0" err="1"/>
              <a:t>Table</a:t>
            </a:r>
            <a:endParaRPr lang="es-CL" dirty="0"/>
          </a:p>
        </p:txBody>
      </p:sp>
      <p:sp>
        <p:nvSpPr>
          <p:cNvPr id="3" name="Marcador de contenido 2"/>
          <p:cNvSpPr>
            <a:spLocks noGrp="1"/>
          </p:cNvSpPr>
          <p:nvPr>
            <p:ph idx="1"/>
          </p:nvPr>
        </p:nvSpPr>
        <p:spPr/>
        <p:txBody>
          <a:bodyPr>
            <a:normAutofit/>
          </a:bodyPr>
          <a:lstStyle/>
          <a:p>
            <a:pPr algn="just">
              <a:lnSpc>
                <a:spcPct val="110000"/>
              </a:lnSpc>
            </a:pPr>
            <a:r>
              <a:rPr lang="es-ES" sz="2723" dirty="0"/>
              <a:t>La instrucción LOCK TABLE sirve para para bloquear una o más tablas en un modo especificado. </a:t>
            </a:r>
          </a:p>
          <a:p>
            <a:pPr algn="just">
              <a:lnSpc>
                <a:spcPct val="110000"/>
              </a:lnSpc>
            </a:pPr>
            <a:r>
              <a:rPr lang="es-ES" sz="2723" dirty="0"/>
              <a:t>Este bloqueo anula manualmente el bloqueo automático y permite o deniega el acceso a una tabla o vista por otros usuarios durante la duración de su operación.</a:t>
            </a:r>
          </a:p>
          <a:p>
            <a:pPr algn="just">
              <a:lnSpc>
                <a:spcPct val="110000"/>
              </a:lnSpc>
            </a:pPr>
            <a:r>
              <a:rPr lang="es-ES" sz="2723" dirty="0"/>
              <a:t>Algunas formas de bloqueo se pueden colocar en la misma tabla al mismo tiempo. Otros bloqueos permiten solo un bloqueo para una tabla.</a:t>
            </a:r>
          </a:p>
        </p:txBody>
      </p:sp>
    </p:spTree>
    <p:extLst>
      <p:ext uri="{BB962C8B-B14F-4D97-AF65-F5344CB8AC3E}">
        <p14:creationId xmlns:p14="http://schemas.microsoft.com/office/powerpoint/2010/main" val="2931448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Lock</a:t>
            </a:r>
            <a:r>
              <a:rPr lang="es-ES" dirty="0"/>
              <a:t> </a:t>
            </a:r>
            <a:r>
              <a:rPr lang="es-ES" dirty="0" err="1"/>
              <a:t>Table</a:t>
            </a:r>
            <a:endParaRPr lang="es-CL" dirty="0"/>
          </a:p>
        </p:txBody>
      </p:sp>
      <p:sp>
        <p:nvSpPr>
          <p:cNvPr id="3" name="Marcador de contenido 2"/>
          <p:cNvSpPr>
            <a:spLocks noGrp="1"/>
          </p:cNvSpPr>
          <p:nvPr>
            <p:ph idx="1"/>
          </p:nvPr>
        </p:nvSpPr>
        <p:spPr/>
        <p:txBody>
          <a:bodyPr>
            <a:normAutofit/>
          </a:bodyPr>
          <a:lstStyle/>
          <a:p>
            <a:pPr algn="just"/>
            <a:r>
              <a:rPr lang="es-ES" sz="2723" dirty="0"/>
              <a:t>Una tabla bloqueada permanece bloqueada hasta que usted confirma su transacción o la revierte, ya sea por completo o en un </a:t>
            </a:r>
            <a:r>
              <a:rPr lang="es-ES" sz="2723" dirty="0" err="1"/>
              <a:t>save</a:t>
            </a:r>
            <a:r>
              <a:rPr lang="es-ES" sz="2723" dirty="0"/>
              <a:t> </a:t>
            </a:r>
            <a:r>
              <a:rPr lang="es-ES" sz="2723" dirty="0" err="1"/>
              <a:t>point</a:t>
            </a:r>
            <a:r>
              <a:rPr lang="es-ES" sz="2723" dirty="0"/>
              <a:t> antes de bloquear la tabla.</a:t>
            </a:r>
          </a:p>
          <a:p>
            <a:pPr algn="just"/>
            <a:r>
              <a:rPr lang="es-ES" sz="2723" dirty="0"/>
              <a:t>Un bloqueo nunca evita que otros usuarios consulten la tabla. Una consulta nunca coloca un bloqueo en una TABLA. Los que consultan nunca bloquean a los que escriben y los que escriben, nunca bloquean a los que consultan.</a:t>
            </a:r>
            <a:endParaRPr lang="es-CL" sz="2723" dirty="0"/>
          </a:p>
        </p:txBody>
      </p:sp>
    </p:spTree>
    <p:extLst>
      <p:ext uri="{BB962C8B-B14F-4D97-AF65-F5344CB8AC3E}">
        <p14:creationId xmlns:p14="http://schemas.microsoft.com/office/powerpoint/2010/main" val="104814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Instrucción </a:t>
            </a:r>
            <a:r>
              <a:rPr lang="es-ES" dirty="0" err="1"/>
              <a:t>Lock</a:t>
            </a:r>
            <a:r>
              <a:rPr lang="es-ES" dirty="0"/>
              <a:t> </a:t>
            </a:r>
            <a:r>
              <a:rPr lang="es-ES" dirty="0" err="1"/>
              <a:t>Table</a:t>
            </a:r>
            <a:endParaRPr lang="es-CL" dirty="0"/>
          </a:p>
        </p:txBody>
      </p:sp>
      <p:sp>
        <p:nvSpPr>
          <p:cNvPr id="3" name="Marcador de contenido 2"/>
          <p:cNvSpPr>
            <a:spLocks noGrp="1"/>
          </p:cNvSpPr>
          <p:nvPr>
            <p:ph idx="1"/>
          </p:nvPr>
        </p:nvSpPr>
        <p:spPr/>
        <p:txBody>
          <a:bodyPr/>
          <a:lstStyle/>
          <a:p>
            <a:r>
              <a:rPr lang="es-CL" dirty="0"/>
              <a:t>LOCK TABLE </a:t>
            </a:r>
            <a:r>
              <a:rPr lang="es-CL" dirty="0" err="1"/>
              <a:t>nom_sql</a:t>
            </a:r>
            <a:r>
              <a:rPr lang="es-CL" dirty="0"/>
              <a:t> IN {EXCLUSIVE | SHARE} MODE</a:t>
            </a:r>
          </a:p>
        </p:txBody>
      </p:sp>
    </p:spTree>
    <p:extLst>
      <p:ext uri="{BB962C8B-B14F-4D97-AF65-F5344CB8AC3E}">
        <p14:creationId xmlns:p14="http://schemas.microsoft.com/office/powerpoint/2010/main" val="385918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Modos de bloqueo de tabla</a:t>
            </a:r>
            <a:endParaRPr lang="es-CL" dirty="0"/>
          </a:p>
        </p:txBody>
      </p:sp>
      <p:sp>
        <p:nvSpPr>
          <p:cNvPr id="3" name="Marcador de contenido 2"/>
          <p:cNvSpPr>
            <a:spLocks noGrp="1"/>
          </p:cNvSpPr>
          <p:nvPr>
            <p:ph idx="1"/>
          </p:nvPr>
        </p:nvSpPr>
        <p:spPr/>
        <p:txBody>
          <a:bodyPr>
            <a:normAutofit/>
          </a:bodyPr>
          <a:lstStyle/>
          <a:p>
            <a:pPr algn="just"/>
            <a:r>
              <a:rPr lang="es-ES" sz="2723" dirty="0"/>
              <a:t>ROW SHARE </a:t>
            </a:r>
          </a:p>
          <a:p>
            <a:pPr lvl="1" algn="just"/>
            <a:r>
              <a:rPr lang="es-ES" sz="2269" dirty="0"/>
              <a:t>ROW SHARE permite el acceso simultáneo a la tabla bloqueada pero prohíbe a los usuarios bloquear toda la tabla para acceso exclusivo.  ROW SHARE es sinónimo de SHARE UPDATE, que se incluye por compatibilidad con versiones anteriores de Oracle </a:t>
            </a:r>
            <a:r>
              <a:rPr lang="es-ES" sz="2269" dirty="0" err="1"/>
              <a:t>Database</a:t>
            </a:r>
            <a:r>
              <a:rPr lang="es-ES" sz="2269" dirty="0"/>
              <a:t>.</a:t>
            </a:r>
          </a:p>
          <a:p>
            <a:pPr algn="just"/>
            <a:r>
              <a:rPr lang="es-ES" sz="2723" dirty="0"/>
              <a:t>ROW EXCLUSIVE </a:t>
            </a:r>
          </a:p>
          <a:p>
            <a:pPr lvl="1" algn="just"/>
            <a:r>
              <a:rPr lang="es-ES" sz="2269" dirty="0"/>
              <a:t>ROW EXCLUSIVE es lo mismo que ROW SHARE, pero también prohíbe el bloqueo en el modo SHARE. Los bloqueos ROW EXCLUSIVE se obtienen automáticamente al actualizar, insertar o eliminar.</a:t>
            </a:r>
            <a:endParaRPr lang="es-CL" sz="2269" dirty="0"/>
          </a:p>
        </p:txBody>
      </p:sp>
    </p:spTree>
    <p:extLst>
      <p:ext uri="{BB962C8B-B14F-4D97-AF65-F5344CB8AC3E}">
        <p14:creationId xmlns:p14="http://schemas.microsoft.com/office/powerpoint/2010/main" val="1280738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Modos de bloqueo de tabla</a:t>
            </a:r>
            <a:endParaRPr lang="es-CL" dirty="0"/>
          </a:p>
        </p:txBody>
      </p:sp>
      <p:sp>
        <p:nvSpPr>
          <p:cNvPr id="3" name="Marcador de contenido 2"/>
          <p:cNvSpPr>
            <a:spLocks noGrp="1"/>
          </p:cNvSpPr>
          <p:nvPr>
            <p:ph idx="1"/>
          </p:nvPr>
        </p:nvSpPr>
        <p:spPr/>
        <p:txBody>
          <a:bodyPr>
            <a:normAutofit/>
          </a:bodyPr>
          <a:lstStyle/>
          <a:p>
            <a:pPr algn="just">
              <a:lnSpc>
                <a:spcPct val="110000"/>
              </a:lnSpc>
            </a:pPr>
            <a:r>
              <a:rPr lang="es-ES" sz="2723" dirty="0"/>
              <a:t>SHARE </a:t>
            </a:r>
          </a:p>
          <a:p>
            <a:pPr lvl="1" algn="just">
              <a:lnSpc>
                <a:spcPct val="110000"/>
              </a:lnSpc>
            </a:pPr>
            <a:r>
              <a:rPr lang="es-ES" sz="2269" dirty="0"/>
              <a:t>SHARE permite consultas simultáneas pero prohíbe las actualizaciones de la tabla bloqueada.</a:t>
            </a:r>
          </a:p>
          <a:p>
            <a:pPr algn="just">
              <a:lnSpc>
                <a:spcPct val="110000"/>
              </a:lnSpc>
            </a:pPr>
            <a:r>
              <a:rPr lang="es-ES" sz="2723" dirty="0"/>
              <a:t>SHARE ROW EXCLUSIVE </a:t>
            </a:r>
          </a:p>
          <a:p>
            <a:pPr lvl="1" algn="just">
              <a:lnSpc>
                <a:spcPct val="110000"/>
              </a:lnSpc>
            </a:pPr>
            <a:r>
              <a:rPr lang="es-ES" sz="2269" dirty="0"/>
              <a:t>SHARE ROW EXCLUSIVE se utiliza para ver una tabla completa y para permitir que otros vean las filas de la tabla, pero para prohibir que otros bloqueen la tabla en el modo SHARE o que actualicen filas.</a:t>
            </a:r>
          </a:p>
          <a:p>
            <a:pPr algn="just">
              <a:lnSpc>
                <a:spcPct val="110000"/>
              </a:lnSpc>
            </a:pPr>
            <a:r>
              <a:rPr lang="es-ES" sz="2723" dirty="0"/>
              <a:t>EXCLUSIVE </a:t>
            </a:r>
          </a:p>
          <a:p>
            <a:pPr lvl="1" algn="just">
              <a:lnSpc>
                <a:spcPct val="110000"/>
              </a:lnSpc>
            </a:pPr>
            <a:r>
              <a:rPr lang="es-ES" sz="2269" dirty="0"/>
              <a:t>EXCLUSIVE permite consultas en la tabla bloqueada pero prohíbe cualquier otra actividad en ella.</a:t>
            </a:r>
            <a:endParaRPr lang="es-CL" sz="2269" dirty="0"/>
          </a:p>
        </p:txBody>
      </p:sp>
    </p:spTree>
    <p:extLst>
      <p:ext uri="{BB962C8B-B14F-4D97-AF65-F5344CB8AC3E}">
        <p14:creationId xmlns:p14="http://schemas.microsoft.com/office/powerpoint/2010/main" val="205017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Confirmación de Datos</a:t>
            </a:r>
            <a:endParaRPr lang="es-CL" dirty="0"/>
          </a:p>
        </p:txBody>
      </p:sp>
      <p:sp>
        <p:nvSpPr>
          <p:cNvPr id="3" name="Marcador de contenido 2"/>
          <p:cNvSpPr>
            <a:spLocks noGrp="1"/>
          </p:cNvSpPr>
          <p:nvPr>
            <p:ph idx="1"/>
          </p:nvPr>
        </p:nvSpPr>
        <p:spPr/>
        <p:txBody>
          <a:bodyPr/>
          <a:lstStyle/>
          <a:p>
            <a:r>
              <a:rPr lang="es-ES" dirty="0"/>
              <a:t>Para trabajar los datos que están en memoria y se materialicen en la base de datos, debo yo confirmarlos para que el proceso escritor de la base de datos (</a:t>
            </a:r>
            <a:r>
              <a:rPr lang="es-ES" dirty="0" err="1"/>
              <a:t>db_wn</a:t>
            </a:r>
            <a:r>
              <a:rPr lang="es-ES" dirty="0"/>
              <a:t>) tome los datos que están en memoria y los lleve al archivo de datos correspondiente.</a:t>
            </a:r>
          </a:p>
          <a:p>
            <a:r>
              <a:rPr lang="es-ES" dirty="0"/>
              <a:t>Lo último se hace a través de la instrucción “</a:t>
            </a:r>
            <a:r>
              <a:rPr lang="es-ES" dirty="0" err="1"/>
              <a:t>commit</a:t>
            </a:r>
            <a:r>
              <a:rPr lang="es-ES" dirty="0"/>
              <a:t>” que significa confirmar.</a:t>
            </a:r>
          </a:p>
          <a:p>
            <a:r>
              <a:rPr lang="es-ES" dirty="0"/>
              <a:t>Esto se hace cuando ya se han realizado todas las instrucciones y quiere usted confirmar los cambios.</a:t>
            </a:r>
            <a:endParaRPr lang="es-CL" dirty="0"/>
          </a:p>
        </p:txBody>
      </p:sp>
    </p:spTree>
    <p:extLst>
      <p:ext uri="{BB962C8B-B14F-4D97-AF65-F5344CB8AC3E}">
        <p14:creationId xmlns:p14="http://schemas.microsoft.com/office/powerpoint/2010/main" val="3182291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Errores/Excepciones</a:t>
            </a:r>
            <a:endParaRPr lang="es-CL" dirty="0"/>
          </a:p>
        </p:txBody>
      </p:sp>
      <p:sp>
        <p:nvSpPr>
          <p:cNvPr id="3" name="Marcador de contenido 2"/>
          <p:cNvSpPr>
            <a:spLocks noGrp="1"/>
          </p:cNvSpPr>
          <p:nvPr>
            <p:ph idx="1"/>
          </p:nvPr>
        </p:nvSpPr>
        <p:spPr/>
        <p:txBody>
          <a:bodyPr>
            <a:normAutofit/>
          </a:bodyPr>
          <a:lstStyle/>
          <a:p>
            <a:pPr algn="just">
              <a:lnSpc>
                <a:spcPct val="120000"/>
              </a:lnSpc>
            </a:pPr>
            <a:r>
              <a:rPr lang="es-ES" dirty="0"/>
              <a:t>Una excepción es un error PL/SQL que se genera durante la ejecución del programa, ya sea implícitamente por </a:t>
            </a:r>
            <a:r>
              <a:rPr lang="es-ES" dirty="0" err="1"/>
              <a:t>TimesTen</a:t>
            </a:r>
            <a:r>
              <a:rPr lang="es-ES" dirty="0"/>
              <a:t> (permisos) o explícitamente por su programa. </a:t>
            </a:r>
          </a:p>
          <a:p>
            <a:pPr algn="just">
              <a:lnSpc>
                <a:spcPct val="120000"/>
              </a:lnSpc>
            </a:pPr>
            <a:r>
              <a:rPr lang="es-ES" dirty="0"/>
              <a:t>La idea es tener un control de las excepciones capturándolas y haciendo más armónicos los errores</a:t>
            </a:r>
          </a:p>
        </p:txBody>
      </p:sp>
    </p:spTree>
    <p:extLst>
      <p:ext uri="{BB962C8B-B14F-4D97-AF65-F5344CB8AC3E}">
        <p14:creationId xmlns:p14="http://schemas.microsoft.com/office/powerpoint/2010/main" val="536754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Errores/Excepciones</a:t>
            </a:r>
            <a:endParaRPr lang="es-CL" dirty="0"/>
          </a:p>
        </p:txBody>
      </p:sp>
      <p:sp>
        <p:nvSpPr>
          <p:cNvPr id="3" name="Marcador de contenido 2"/>
          <p:cNvSpPr>
            <a:spLocks noGrp="1"/>
          </p:cNvSpPr>
          <p:nvPr>
            <p:ph idx="1"/>
          </p:nvPr>
        </p:nvSpPr>
        <p:spPr/>
        <p:txBody>
          <a:bodyPr>
            <a:normAutofit/>
          </a:bodyPr>
          <a:lstStyle/>
          <a:p>
            <a:pPr>
              <a:lnSpc>
                <a:spcPct val="120000"/>
              </a:lnSpc>
            </a:pPr>
            <a:r>
              <a:rPr lang="es-ES" dirty="0"/>
              <a:t>Tipos de Errores</a:t>
            </a:r>
          </a:p>
          <a:p>
            <a:pPr lvl="1">
              <a:lnSpc>
                <a:spcPct val="120000"/>
              </a:lnSpc>
            </a:pPr>
            <a:r>
              <a:rPr lang="es-ES" dirty="0"/>
              <a:t>Acceso a documentación Oficial de Oracle</a:t>
            </a:r>
          </a:p>
          <a:p>
            <a:pPr lvl="1">
              <a:lnSpc>
                <a:spcPct val="120000"/>
              </a:lnSpc>
            </a:pPr>
            <a:r>
              <a:rPr lang="es-ES" dirty="0">
                <a:hlinkClick r:id="rId2"/>
              </a:rPr>
              <a:t>Link</a:t>
            </a:r>
            <a:endParaRPr lang="es-ES" dirty="0"/>
          </a:p>
        </p:txBody>
      </p:sp>
    </p:spTree>
    <p:extLst>
      <p:ext uri="{BB962C8B-B14F-4D97-AF65-F5344CB8AC3E}">
        <p14:creationId xmlns:p14="http://schemas.microsoft.com/office/powerpoint/2010/main" val="1174693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Errores/Excepciones</a:t>
            </a:r>
            <a:endParaRPr lang="es-CL" dirty="0"/>
          </a:p>
        </p:txBody>
      </p:sp>
      <p:sp>
        <p:nvSpPr>
          <p:cNvPr id="3" name="Marcador de contenido 2"/>
          <p:cNvSpPr>
            <a:spLocks noGrp="1"/>
          </p:cNvSpPr>
          <p:nvPr>
            <p:ph idx="1"/>
          </p:nvPr>
        </p:nvSpPr>
        <p:spPr/>
        <p:txBody>
          <a:bodyPr>
            <a:noAutofit/>
          </a:bodyPr>
          <a:lstStyle/>
          <a:p>
            <a:pPr algn="just"/>
            <a:r>
              <a:rPr lang="es-ES" sz="2723" dirty="0"/>
              <a:t>Captura de excepciones definidas por el usuario</a:t>
            </a:r>
          </a:p>
          <a:p>
            <a:pPr lvl="1" algn="just"/>
            <a:r>
              <a:rPr lang="es-ES" sz="2269" dirty="0"/>
              <a:t>Puede definir sus propias excepciones en PL/SQL pudiendo  generar excepciones definidas por el usuario explícitamente con la instrucción PL/SQL RAISE o el procedimiento RAISE_APPLICATION_ERROR.</a:t>
            </a:r>
          </a:p>
          <a:p>
            <a:pPr algn="just"/>
            <a:r>
              <a:rPr lang="es-ES" sz="2723" dirty="0"/>
              <a:t>Uso la instrucción RAISE</a:t>
            </a:r>
          </a:p>
          <a:p>
            <a:pPr lvl="1" algn="just"/>
            <a:r>
              <a:rPr lang="es-ES" sz="2269" dirty="0"/>
              <a:t>La instrucción RAISE detiene la ejecución normal de un bloque o subprograma PL/SQL y transfiere el control a un manejador de excepciones. </a:t>
            </a:r>
          </a:p>
          <a:p>
            <a:pPr lvl="1" algn="just"/>
            <a:r>
              <a:rPr lang="es-ES" sz="2269" dirty="0"/>
              <a:t>Las instrucciones RAISE pueden generar excepciones predefinidas o excepciones definidas por el usuario cuyos nombres usted decida.</a:t>
            </a:r>
            <a:endParaRPr lang="es-CL" sz="2269" dirty="0"/>
          </a:p>
        </p:txBody>
      </p:sp>
    </p:spTree>
    <p:extLst>
      <p:ext uri="{BB962C8B-B14F-4D97-AF65-F5344CB8AC3E}">
        <p14:creationId xmlns:p14="http://schemas.microsoft.com/office/powerpoint/2010/main" val="2690264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Control de Errores/Excepciones</a:t>
            </a:r>
            <a:endParaRPr lang="es-CL" dirty="0"/>
          </a:p>
        </p:txBody>
      </p:sp>
      <p:sp>
        <p:nvSpPr>
          <p:cNvPr id="3" name="Marcador de contenido 2"/>
          <p:cNvSpPr>
            <a:spLocks noGrp="1"/>
          </p:cNvSpPr>
          <p:nvPr>
            <p:ph idx="1"/>
          </p:nvPr>
        </p:nvSpPr>
        <p:spPr/>
        <p:txBody>
          <a:bodyPr>
            <a:normAutofit fontScale="92500" lnSpcReduction="20000"/>
          </a:bodyPr>
          <a:lstStyle/>
          <a:p>
            <a:pPr>
              <a:lnSpc>
                <a:spcPct val="120000"/>
              </a:lnSpc>
            </a:pPr>
            <a:r>
              <a:rPr lang="es-ES" dirty="0"/>
              <a:t>Estructura</a:t>
            </a:r>
          </a:p>
          <a:p>
            <a:pPr lvl="1">
              <a:lnSpc>
                <a:spcPct val="120000"/>
              </a:lnSpc>
            </a:pPr>
            <a:r>
              <a:rPr lang="es-ES" dirty="0"/>
              <a:t>Se encuentra antes del fin, y como finalmente conlleva un error, se sugiere incluir la instrucción </a:t>
            </a:r>
            <a:r>
              <a:rPr lang="es-ES" dirty="0" err="1"/>
              <a:t>rollback</a:t>
            </a:r>
            <a:r>
              <a:rPr lang="es-ES" dirty="0"/>
              <a:t>.</a:t>
            </a:r>
          </a:p>
          <a:p>
            <a:pPr lvl="1">
              <a:lnSpc>
                <a:spcPct val="120000"/>
              </a:lnSpc>
            </a:pPr>
            <a:r>
              <a:rPr lang="es-ES" dirty="0"/>
              <a:t>Utilizando el número de error que varía entre -20.000 y -20.999. Especifique una cadena de caracteres de hasta 2048 bytes para su mensaje.</a:t>
            </a:r>
          </a:p>
          <a:p>
            <a:pPr lvl="1">
              <a:lnSpc>
                <a:spcPct val="120000"/>
              </a:lnSpc>
            </a:pPr>
            <a:r>
              <a:rPr lang="es-ES" dirty="0"/>
              <a:t>---------</a:t>
            </a:r>
          </a:p>
          <a:p>
            <a:pPr lvl="1">
              <a:lnSpc>
                <a:spcPct val="120000"/>
              </a:lnSpc>
            </a:pPr>
            <a:r>
              <a:rPr lang="es-ES" dirty="0" err="1"/>
              <a:t>Exception</a:t>
            </a:r>
            <a:endParaRPr lang="es-ES" dirty="0"/>
          </a:p>
          <a:p>
            <a:pPr lvl="2">
              <a:lnSpc>
                <a:spcPct val="120000"/>
              </a:lnSpc>
            </a:pPr>
            <a:r>
              <a:rPr lang="es-ES" dirty="0" err="1"/>
              <a:t>When</a:t>
            </a:r>
            <a:r>
              <a:rPr lang="es-ES" dirty="0"/>
              <a:t> error </a:t>
            </a:r>
            <a:r>
              <a:rPr lang="es-ES" dirty="0">
                <a:solidFill>
                  <a:schemeClr val="accent1"/>
                </a:solidFill>
              </a:rPr>
              <a:t>(sacado de la documentación)</a:t>
            </a:r>
          </a:p>
          <a:p>
            <a:pPr lvl="2">
              <a:lnSpc>
                <a:spcPct val="120000"/>
              </a:lnSpc>
            </a:pPr>
            <a:r>
              <a:rPr lang="es-ES" dirty="0"/>
              <a:t>RAISE_APPLICATION_ERROR(</a:t>
            </a:r>
            <a:r>
              <a:rPr lang="es-ES" dirty="0">
                <a:solidFill>
                  <a:schemeClr val="accent1"/>
                </a:solidFill>
              </a:rPr>
              <a:t>‘código de </a:t>
            </a:r>
            <a:r>
              <a:rPr lang="es-ES" dirty="0" err="1">
                <a:solidFill>
                  <a:schemeClr val="accent1"/>
                </a:solidFill>
              </a:rPr>
              <a:t>error’,’Aquí</a:t>
            </a:r>
            <a:r>
              <a:rPr lang="es-ES" dirty="0">
                <a:solidFill>
                  <a:schemeClr val="accent1"/>
                </a:solidFill>
              </a:rPr>
              <a:t> debe escribir el error planteado por usted’</a:t>
            </a:r>
            <a:r>
              <a:rPr lang="es-ES" dirty="0"/>
              <a:t>)</a:t>
            </a:r>
          </a:p>
          <a:p>
            <a:pPr lvl="2">
              <a:lnSpc>
                <a:spcPct val="120000"/>
              </a:lnSpc>
            </a:pPr>
            <a:endParaRPr lang="es-ES" dirty="0"/>
          </a:p>
          <a:p>
            <a:pPr lvl="1">
              <a:lnSpc>
                <a:spcPct val="120000"/>
              </a:lnSpc>
            </a:pPr>
            <a:endParaRPr lang="es-ES" dirty="0"/>
          </a:p>
        </p:txBody>
      </p:sp>
    </p:spTree>
    <p:extLst>
      <p:ext uri="{BB962C8B-B14F-4D97-AF65-F5344CB8AC3E}">
        <p14:creationId xmlns:p14="http://schemas.microsoft.com/office/powerpoint/2010/main" val="539133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Vuelta Atrás</a:t>
            </a:r>
            <a:endParaRPr lang="es-CL" dirty="0"/>
          </a:p>
        </p:txBody>
      </p:sp>
      <p:sp>
        <p:nvSpPr>
          <p:cNvPr id="3" name="Marcador de contenido 2"/>
          <p:cNvSpPr>
            <a:spLocks noGrp="1"/>
          </p:cNvSpPr>
          <p:nvPr>
            <p:ph idx="1"/>
          </p:nvPr>
        </p:nvSpPr>
        <p:spPr/>
        <p:txBody>
          <a:bodyPr/>
          <a:lstStyle/>
          <a:p>
            <a:r>
              <a:rPr lang="es-ES" dirty="0"/>
              <a:t>Como se vio anteriormente </a:t>
            </a:r>
            <a:r>
              <a:rPr lang="es-ES" dirty="0" err="1"/>
              <a:t>commit</a:t>
            </a:r>
            <a:r>
              <a:rPr lang="es-ES" dirty="0"/>
              <a:t> servía para confirmar los datos que están en memoria, </a:t>
            </a:r>
            <a:r>
              <a:rPr lang="es-ES" dirty="0" err="1"/>
              <a:t>rollback</a:t>
            </a:r>
            <a:r>
              <a:rPr lang="es-ES" dirty="0"/>
              <a:t> se utiliza para deshacer el trabajo realizado en la transacción actual.</a:t>
            </a:r>
            <a:endParaRPr lang="es-CL" dirty="0"/>
          </a:p>
        </p:txBody>
      </p:sp>
    </p:spTree>
    <p:extLst>
      <p:ext uri="{BB962C8B-B14F-4D97-AF65-F5344CB8AC3E}">
        <p14:creationId xmlns:p14="http://schemas.microsoft.com/office/powerpoint/2010/main" val="1397061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1916469" y="1930585"/>
            <a:ext cx="10039312" cy="5204297"/>
          </a:xfrm>
          <a:prstGeom prst="rect">
            <a:avLst/>
          </a:prstGeom>
        </p:spPr>
      </p:pic>
      <p:sp>
        <p:nvSpPr>
          <p:cNvPr id="8" name="Título 1"/>
          <p:cNvSpPr>
            <a:spLocks noGrp="1"/>
          </p:cNvSpPr>
          <p:nvPr>
            <p:ph type="title"/>
          </p:nvPr>
        </p:nvSpPr>
        <p:spPr>
          <a:xfrm>
            <a:off x="951389" y="414315"/>
            <a:ext cx="10710055" cy="1504146"/>
          </a:xfrm>
        </p:spPr>
        <p:txBody>
          <a:bodyPr/>
          <a:lstStyle/>
          <a:p>
            <a:r>
              <a:rPr lang="es-ES" dirty="0"/>
              <a:t>Ejemplo – Final</a:t>
            </a:r>
            <a:endParaRPr lang="es-CL" dirty="0"/>
          </a:p>
        </p:txBody>
      </p:sp>
    </p:spTree>
    <p:extLst>
      <p:ext uri="{BB962C8B-B14F-4D97-AF65-F5344CB8AC3E}">
        <p14:creationId xmlns:p14="http://schemas.microsoft.com/office/powerpoint/2010/main" val="3656690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Ejercicio</a:t>
            </a:r>
            <a:endParaRPr lang="es-CL" dirty="0"/>
          </a:p>
        </p:txBody>
      </p:sp>
      <p:sp>
        <p:nvSpPr>
          <p:cNvPr id="3" name="Marcador de contenido 2"/>
          <p:cNvSpPr>
            <a:spLocks noGrp="1"/>
          </p:cNvSpPr>
          <p:nvPr>
            <p:ph idx="1"/>
          </p:nvPr>
        </p:nvSpPr>
        <p:spPr/>
        <p:txBody>
          <a:bodyPr>
            <a:normAutofit/>
          </a:bodyPr>
          <a:lstStyle/>
          <a:p>
            <a:pPr algn="just">
              <a:lnSpc>
                <a:spcPct val="110000"/>
              </a:lnSpc>
            </a:pPr>
            <a:r>
              <a:rPr lang="es-ES" dirty="0"/>
              <a:t>Quisiera un procedimiento almacenado integral (que incluya las 3 operaciones DML), que dependiendo de una condición o de una variable que tome los valor I, U, D, o 1, 2, 3, correspondientes a </a:t>
            </a:r>
            <a:r>
              <a:rPr lang="es-ES" dirty="0" err="1"/>
              <a:t>insert</a:t>
            </a:r>
            <a:r>
              <a:rPr lang="es-ES" dirty="0"/>
              <a:t>, </a:t>
            </a:r>
            <a:r>
              <a:rPr lang="es-ES" dirty="0" err="1"/>
              <a:t>update</a:t>
            </a:r>
            <a:r>
              <a:rPr lang="es-ES" dirty="0"/>
              <a:t> y </a:t>
            </a:r>
            <a:r>
              <a:rPr lang="es-ES" dirty="0" err="1"/>
              <a:t>delete</a:t>
            </a:r>
            <a:r>
              <a:rPr lang="es-ES" dirty="0"/>
              <a:t>, realice dichas acciones.</a:t>
            </a:r>
          </a:p>
          <a:p>
            <a:pPr lvl="1" algn="just">
              <a:lnSpc>
                <a:spcPct val="110000"/>
              </a:lnSpc>
            </a:pPr>
            <a:r>
              <a:rPr lang="es-ES" dirty="0"/>
              <a:t>Consideraciones:</a:t>
            </a:r>
          </a:p>
          <a:p>
            <a:pPr lvl="2" algn="just">
              <a:lnSpc>
                <a:spcPct val="110000"/>
              </a:lnSpc>
            </a:pPr>
            <a:r>
              <a:rPr lang="es-ES" dirty="0"/>
              <a:t>Debe incluir control de concurrencia y control </a:t>
            </a:r>
            <a:r>
              <a:rPr lang="es-ES"/>
              <a:t>de transacciones</a:t>
            </a:r>
            <a:endParaRPr lang="es-CL" dirty="0"/>
          </a:p>
        </p:txBody>
      </p:sp>
    </p:spTree>
    <p:extLst>
      <p:ext uri="{BB962C8B-B14F-4D97-AF65-F5344CB8AC3E}">
        <p14:creationId xmlns:p14="http://schemas.microsoft.com/office/powerpoint/2010/main" val="314988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Preguntas</a:t>
            </a:r>
          </a:p>
        </p:txBody>
      </p:sp>
      <p:pic>
        <p:nvPicPr>
          <p:cNvPr id="4098" name="Picture 2" descr="http://1.bp.blogspot.com/-UcYAOb-TVhE/UPW3rKZPhnI/AAAAAAAAAGI/bLygTk07kAY/s1600/face_question_mark.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49677" y="1815784"/>
            <a:ext cx="5135711" cy="5135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22119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11792</TotalTime>
  <Words>958</Words>
  <Application>Microsoft Office PowerPoint</Application>
  <PresentationFormat>Personalizado</PresentationFormat>
  <Paragraphs>76</Paragraphs>
  <Slides>19</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Tema de Office</vt:lpstr>
      <vt:lpstr>Base de Datos Ingeniería Civil en Informática</vt:lpstr>
      <vt:lpstr>Resultado de Aprendizaje</vt:lpstr>
      <vt:lpstr>Contextualicemos</vt:lpstr>
      <vt:lpstr>Control de Concurrencia</vt:lpstr>
      <vt:lpstr>Control de Concurrencia</vt:lpstr>
      <vt:lpstr>Lock Table</vt:lpstr>
      <vt:lpstr>Lock Table</vt:lpstr>
      <vt:lpstr>Instrucción Lock Table</vt:lpstr>
      <vt:lpstr>Modos de bloqueo de tabla</vt:lpstr>
      <vt:lpstr>Modos de bloqueo de tabla</vt:lpstr>
      <vt:lpstr>Confirmación de Datos</vt:lpstr>
      <vt:lpstr>Control de Errores/Excepciones</vt:lpstr>
      <vt:lpstr>Control de Errores/Excepciones</vt:lpstr>
      <vt:lpstr>Control de Errores/Excepciones</vt:lpstr>
      <vt:lpstr>Control de Errores/Excepciones</vt:lpstr>
      <vt:lpstr>Vuelta Atrás</vt:lpstr>
      <vt:lpstr>Ejemplo – Final</vt:lpstr>
      <vt:lpstr>Ejercicio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Programación aplicada a la resolución de problemas de Ingeniería</dc:title>
  <dc:creator>Eric</dc:creator>
  <cp:lastModifiedBy>Carlos Castro Bustamante</cp:lastModifiedBy>
  <cp:revision>320</cp:revision>
  <dcterms:created xsi:type="dcterms:W3CDTF">2020-04-15T04:11:33Z</dcterms:created>
  <dcterms:modified xsi:type="dcterms:W3CDTF">2023-10-11T14:58:02Z</dcterms:modified>
</cp:coreProperties>
</file>