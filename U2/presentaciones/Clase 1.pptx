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7"/>
  </p:notesMasterIdLst>
  <p:sldIdLst>
    <p:sldId id="513" r:id="rId2"/>
    <p:sldId id="536" r:id="rId3"/>
    <p:sldId id="512" r:id="rId4"/>
    <p:sldId id="514" r:id="rId5"/>
    <p:sldId id="515" r:id="rId6"/>
    <p:sldId id="516" r:id="rId7"/>
    <p:sldId id="517" r:id="rId8"/>
    <p:sldId id="518" r:id="rId9"/>
    <p:sldId id="519" r:id="rId10"/>
    <p:sldId id="520" r:id="rId11"/>
    <p:sldId id="521" r:id="rId12"/>
    <p:sldId id="522" r:id="rId13"/>
    <p:sldId id="523" r:id="rId14"/>
    <p:sldId id="524" r:id="rId15"/>
    <p:sldId id="525" r:id="rId16"/>
    <p:sldId id="526" r:id="rId17"/>
    <p:sldId id="527" r:id="rId18"/>
    <p:sldId id="528" r:id="rId19"/>
    <p:sldId id="529" r:id="rId20"/>
    <p:sldId id="530" r:id="rId21"/>
    <p:sldId id="531" r:id="rId22"/>
    <p:sldId id="532" r:id="rId23"/>
    <p:sldId id="533" r:id="rId24"/>
    <p:sldId id="534" r:id="rId25"/>
    <p:sldId id="535" r:id="rId26"/>
  </p:sldIdLst>
  <p:sldSz cx="13835063" cy="7781925"/>
  <p:notesSz cx="6858000" cy="9144000"/>
  <p:defaultTextStyle>
    <a:defPPr>
      <a:defRPr lang="es-ES"/>
    </a:defPPr>
    <a:lvl1pPr marL="0" algn="l" defTabSz="509412" rtl="0" eaLnBrk="1" latinLnBrk="0" hangingPunct="1">
      <a:defRPr sz="2000" kern="1200">
        <a:solidFill>
          <a:schemeClr val="tx1"/>
        </a:solidFill>
        <a:latin typeface="+mn-lt"/>
        <a:ea typeface="+mn-ea"/>
        <a:cs typeface="+mn-cs"/>
      </a:defRPr>
    </a:lvl1pPr>
    <a:lvl2pPr marL="509412" algn="l" defTabSz="509412" rtl="0" eaLnBrk="1" latinLnBrk="0" hangingPunct="1">
      <a:defRPr sz="2000" kern="1200">
        <a:solidFill>
          <a:schemeClr val="tx1"/>
        </a:solidFill>
        <a:latin typeface="+mn-lt"/>
        <a:ea typeface="+mn-ea"/>
        <a:cs typeface="+mn-cs"/>
      </a:defRPr>
    </a:lvl2pPr>
    <a:lvl3pPr marL="1018824" algn="l" defTabSz="509412" rtl="0" eaLnBrk="1" latinLnBrk="0" hangingPunct="1">
      <a:defRPr sz="2000" kern="1200">
        <a:solidFill>
          <a:schemeClr val="tx1"/>
        </a:solidFill>
        <a:latin typeface="+mn-lt"/>
        <a:ea typeface="+mn-ea"/>
        <a:cs typeface="+mn-cs"/>
      </a:defRPr>
    </a:lvl3pPr>
    <a:lvl4pPr marL="1528237" algn="l" defTabSz="509412" rtl="0" eaLnBrk="1" latinLnBrk="0" hangingPunct="1">
      <a:defRPr sz="2000" kern="1200">
        <a:solidFill>
          <a:schemeClr val="tx1"/>
        </a:solidFill>
        <a:latin typeface="+mn-lt"/>
        <a:ea typeface="+mn-ea"/>
        <a:cs typeface="+mn-cs"/>
      </a:defRPr>
    </a:lvl4pPr>
    <a:lvl5pPr marL="2037649" algn="l" defTabSz="509412" rtl="0" eaLnBrk="1" latinLnBrk="0" hangingPunct="1">
      <a:defRPr sz="2000" kern="1200">
        <a:solidFill>
          <a:schemeClr val="tx1"/>
        </a:solidFill>
        <a:latin typeface="+mn-lt"/>
        <a:ea typeface="+mn-ea"/>
        <a:cs typeface="+mn-cs"/>
      </a:defRPr>
    </a:lvl5pPr>
    <a:lvl6pPr marL="2547061" algn="l" defTabSz="509412" rtl="0" eaLnBrk="1" latinLnBrk="0" hangingPunct="1">
      <a:defRPr sz="2000" kern="1200">
        <a:solidFill>
          <a:schemeClr val="tx1"/>
        </a:solidFill>
        <a:latin typeface="+mn-lt"/>
        <a:ea typeface="+mn-ea"/>
        <a:cs typeface="+mn-cs"/>
      </a:defRPr>
    </a:lvl6pPr>
    <a:lvl7pPr marL="3056473" algn="l" defTabSz="509412" rtl="0" eaLnBrk="1" latinLnBrk="0" hangingPunct="1">
      <a:defRPr sz="2000" kern="1200">
        <a:solidFill>
          <a:schemeClr val="tx1"/>
        </a:solidFill>
        <a:latin typeface="+mn-lt"/>
        <a:ea typeface="+mn-ea"/>
        <a:cs typeface="+mn-cs"/>
      </a:defRPr>
    </a:lvl7pPr>
    <a:lvl8pPr marL="3565886" algn="l" defTabSz="509412" rtl="0" eaLnBrk="1" latinLnBrk="0" hangingPunct="1">
      <a:defRPr sz="2000" kern="1200">
        <a:solidFill>
          <a:schemeClr val="tx1"/>
        </a:solidFill>
        <a:latin typeface="+mn-lt"/>
        <a:ea typeface="+mn-ea"/>
        <a:cs typeface="+mn-cs"/>
      </a:defRPr>
    </a:lvl8pPr>
    <a:lvl9pPr marL="4075298" algn="l" defTabSz="509412"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51" userDrawn="1">
          <p15:clr>
            <a:srgbClr val="A4A3A4"/>
          </p15:clr>
        </p15:guide>
        <p15:guide id="2" pos="435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38D"/>
    <a:srgbClr val="3A4A6A"/>
    <a:srgbClr val="385D8B"/>
    <a:srgbClr val="ACE946"/>
    <a:srgbClr val="663300"/>
    <a:srgbClr val="99663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D7AC3CCA-C797-4891-BE02-D94E43425B78}" styleName="Estilo medio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Estilo claro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Estilo claro 2 - Acento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686" autoAdjust="0"/>
    <p:restoredTop sz="93091" autoAdjust="0"/>
  </p:normalViewPr>
  <p:slideViewPr>
    <p:cSldViewPr snapToGrid="0" snapToObjects="1">
      <p:cViewPr varScale="1">
        <p:scale>
          <a:sx n="56" d="100"/>
          <a:sy n="56" d="100"/>
        </p:scale>
        <p:origin x="532" y="52"/>
      </p:cViewPr>
      <p:guideLst>
        <p:guide orient="horz" pos="2451"/>
        <p:guide pos="4358"/>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OFHER ANDRES ROJAS ROJAS" userId="ff4a2ee5-b92d-4cf2-97fa-1b800dd1f1dd" providerId="ADAL" clId="{41A92D29-8BD5-40EA-B071-4A942BDDCEE0}"/>
    <pc:docChg chg="undo custSel addSld delSld modSld">
      <pc:chgData name="CRISTOFHER ANDRES ROJAS ROJAS" userId="ff4a2ee5-b92d-4cf2-97fa-1b800dd1f1dd" providerId="ADAL" clId="{41A92D29-8BD5-40EA-B071-4A942BDDCEE0}" dt="2020-04-22T09:38:19.948" v="1273" actId="47"/>
      <pc:docMkLst>
        <pc:docMk/>
      </pc:docMkLst>
      <pc:sldChg chg="modSp">
        <pc:chgData name="CRISTOFHER ANDRES ROJAS ROJAS" userId="ff4a2ee5-b92d-4cf2-97fa-1b800dd1f1dd" providerId="ADAL" clId="{41A92D29-8BD5-40EA-B071-4A942BDDCEE0}" dt="2020-04-22T08:53:20.797" v="38" actId="20577"/>
        <pc:sldMkLst>
          <pc:docMk/>
          <pc:sldMk cId="2505037563" sldId="256"/>
        </pc:sldMkLst>
        <pc:spChg chg="mod">
          <ac:chgData name="CRISTOFHER ANDRES ROJAS ROJAS" userId="ff4a2ee5-b92d-4cf2-97fa-1b800dd1f1dd" providerId="ADAL" clId="{41A92D29-8BD5-40EA-B071-4A942BDDCEE0}" dt="2020-04-22T08:53:20.797" v="38" actId="20577"/>
          <ac:spMkLst>
            <pc:docMk/>
            <pc:sldMk cId="2505037563" sldId="256"/>
            <ac:spMk id="8" creationId="{4B3C8749-A33F-49FE-B61E-25BC4F1F402D}"/>
          </ac:spMkLst>
        </pc:spChg>
      </pc:sldChg>
      <pc:sldChg chg="delSp modSp modAnim">
        <pc:chgData name="CRISTOFHER ANDRES ROJAS ROJAS" userId="ff4a2ee5-b92d-4cf2-97fa-1b800dd1f1dd" providerId="ADAL" clId="{41A92D29-8BD5-40EA-B071-4A942BDDCEE0}" dt="2020-04-22T09:04:29.912" v="482"/>
        <pc:sldMkLst>
          <pc:docMk/>
          <pc:sldMk cId="1682723415" sldId="257"/>
        </pc:sldMkLst>
        <pc:spChg chg="mod">
          <ac:chgData name="CRISTOFHER ANDRES ROJAS ROJAS" userId="ff4a2ee5-b92d-4cf2-97fa-1b800dd1f1dd" providerId="ADAL" clId="{41A92D29-8BD5-40EA-B071-4A942BDDCEE0}" dt="2020-04-22T09:04:26.947" v="481" actId="5793"/>
          <ac:spMkLst>
            <pc:docMk/>
            <pc:sldMk cId="1682723415" sldId="257"/>
            <ac:spMk id="3" creationId="{00000000-0000-0000-0000-000000000000}"/>
          </ac:spMkLst>
        </pc:spChg>
        <pc:spChg chg="mod">
          <ac:chgData name="CRISTOFHER ANDRES ROJAS ROJAS" userId="ff4a2ee5-b92d-4cf2-97fa-1b800dd1f1dd" providerId="ADAL" clId="{41A92D29-8BD5-40EA-B071-4A942BDDCEE0}" dt="2020-04-22T09:00:58.523" v="390" actId="20577"/>
          <ac:spMkLst>
            <pc:docMk/>
            <pc:sldMk cId="1682723415" sldId="257"/>
            <ac:spMk id="9" creationId="{7657357B-CCE3-49B3-BAC6-B043C23EBB0D}"/>
          </ac:spMkLst>
        </pc:spChg>
        <pc:picChg chg="del">
          <ac:chgData name="CRISTOFHER ANDRES ROJAS ROJAS" userId="ff4a2ee5-b92d-4cf2-97fa-1b800dd1f1dd" providerId="ADAL" clId="{41A92D29-8BD5-40EA-B071-4A942BDDCEE0}" dt="2020-04-22T08:55:39.796" v="138" actId="478"/>
          <ac:picMkLst>
            <pc:docMk/>
            <pc:sldMk cId="1682723415" sldId="257"/>
            <ac:picMk id="2050" creationId="{EA2EA1A3-8C8E-48F3-B74B-E3391C7938B4}"/>
          </ac:picMkLst>
        </pc:picChg>
      </pc:sldChg>
      <pc:sldChg chg="modSp modAnim">
        <pc:chgData name="CRISTOFHER ANDRES ROJAS ROJAS" userId="ff4a2ee5-b92d-4cf2-97fa-1b800dd1f1dd" providerId="ADAL" clId="{41A92D29-8BD5-40EA-B071-4A942BDDCEE0}" dt="2020-04-22T09:08:26.083" v="562" actId="20577"/>
        <pc:sldMkLst>
          <pc:docMk/>
          <pc:sldMk cId="2707598819" sldId="260"/>
        </pc:sldMkLst>
        <pc:spChg chg="mod">
          <ac:chgData name="CRISTOFHER ANDRES ROJAS ROJAS" userId="ff4a2ee5-b92d-4cf2-97fa-1b800dd1f1dd" providerId="ADAL" clId="{41A92D29-8BD5-40EA-B071-4A942BDDCEE0}" dt="2020-04-22T09:08:26.083" v="562" actId="20577"/>
          <ac:spMkLst>
            <pc:docMk/>
            <pc:sldMk cId="2707598819" sldId="260"/>
            <ac:spMk id="3" creationId="{00000000-0000-0000-0000-000000000000}"/>
          </ac:spMkLst>
        </pc:spChg>
      </pc:sldChg>
      <pc:sldChg chg="addSp delSp modSp del">
        <pc:chgData name="CRISTOFHER ANDRES ROJAS ROJAS" userId="ff4a2ee5-b92d-4cf2-97fa-1b800dd1f1dd" providerId="ADAL" clId="{41A92D29-8BD5-40EA-B071-4A942BDDCEE0}" dt="2020-04-22T09:01:01.620" v="391" actId="47"/>
        <pc:sldMkLst>
          <pc:docMk/>
          <pc:sldMk cId="1882310351" sldId="261"/>
        </pc:sldMkLst>
        <pc:spChg chg="add mod">
          <ac:chgData name="CRISTOFHER ANDRES ROJAS ROJAS" userId="ff4a2ee5-b92d-4cf2-97fa-1b800dd1f1dd" providerId="ADAL" clId="{41A92D29-8BD5-40EA-B071-4A942BDDCEE0}" dt="2020-04-22T08:55:35.560" v="135" actId="478"/>
          <ac:spMkLst>
            <pc:docMk/>
            <pc:sldMk cId="1882310351" sldId="261"/>
            <ac:spMk id="2" creationId="{153D81F5-1655-4E6C-8E78-ED4778BC00BB}"/>
          </ac:spMkLst>
        </pc:spChg>
        <pc:picChg chg="del">
          <ac:chgData name="CRISTOFHER ANDRES ROJAS ROJAS" userId="ff4a2ee5-b92d-4cf2-97fa-1b800dd1f1dd" providerId="ADAL" clId="{41A92D29-8BD5-40EA-B071-4A942BDDCEE0}" dt="2020-04-22T08:55:35.560" v="135" actId="478"/>
          <ac:picMkLst>
            <pc:docMk/>
            <pc:sldMk cId="1882310351" sldId="261"/>
            <ac:picMk id="1026" creationId="{C4A1D1E8-E136-467D-B331-0899B1DF1AAA}"/>
          </ac:picMkLst>
        </pc:picChg>
      </pc:sldChg>
      <pc:sldChg chg="modSp modAnim">
        <pc:chgData name="CRISTOFHER ANDRES ROJAS ROJAS" userId="ff4a2ee5-b92d-4cf2-97fa-1b800dd1f1dd" providerId="ADAL" clId="{41A92D29-8BD5-40EA-B071-4A942BDDCEE0}" dt="2020-04-22T09:05:42.850" v="492" actId="1076"/>
        <pc:sldMkLst>
          <pc:docMk/>
          <pc:sldMk cId="2659890596" sldId="262"/>
        </pc:sldMkLst>
        <pc:spChg chg="mod">
          <ac:chgData name="CRISTOFHER ANDRES ROJAS ROJAS" userId="ff4a2ee5-b92d-4cf2-97fa-1b800dd1f1dd" providerId="ADAL" clId="{41A92D29-8BD5-40EA-B071-4A942BDDCEE0}" dt="2020-04-22T09:05:20.689" v="490" actId="403"/>
          <ac:spMkLst>
            <pc:docMk/>
            <pc:sldMk cId="2659890596" sldId="262"/>
            <ac:spMk id="3" creationId="{00000000-0000-0000-0000-000000000000}"/>
          </ac:spMkLst>
        </pc:spChg>
        <pc:spChg chg="mod">
          <ac:chgData name="CRISTOFHER ANDRES ROJAS ROJAS" userId="ff4a2ee5-b92d-4cf2-97fa-1b800dd1f1dd" providerId="ADAL" clId="{41A92D29-8BD5-40EA-B071-4A942BDDCEE0}" dt="2020-04-22T09:05:42.850" v="492" actId="1076"/>
          <ac:spMkLst>
            <pc:docMk/>
            <pc:sldMk cId="2659890596" sldId="262"/>
            <ac:spMk id="7" creationId="{A5E2500C-D187-4F08-8D98-3D33BFEA4C8C}"/>
          </ac:spMkLst>
        </pc:spChg>
      </pc:sldChg>
      <pc:sldChg chg="modSp">
        <pc:chgData name="CRISTOFHER ANDRES ROJAS ROJAS" userId="ff4a2ee5-b92d-4cf2-97fa-1b800dd1f1dd" providerId="ADAL" clId="{41A92D29-8BD5-40EA-B071-4A942BDDCEE0}" dt="2020-04-22T09:05:36.882" v="491"/>
        <pc:sldMkLst>
          <pc:docMk/>
          <pc:sldMk cId="1702473761" sldId="346"/>
        </pc:sldMkLst>
        <pc:spChg chg="mod">
          <ac:chgData name="CRISTOFHER ANDRES ROJAS ROJAS" userId="ff4a2ee5-b92d-4cf2-97fa-1b800dd1f1dd" providerId="ADAL" clId="{41A92D29-8BD5-40EA-B071-4A942BDDCEE0}" dt="2020-04-22T09:05:36.882" v="491"/>
          <ac:spMkLst>
            <pc:docMk/>
            <pc:sldMk cId="1702473761" sldId="346"/>
            <ac:spMk id="6" creationId="{00000000-0000-0000-0000-000000000000}"/>
          </ac:spMkLst>
        </pc:spChg>
      </pc:sldChg>
      <pc:sldChg chg="modSp modAnim">
        <pc:chgData name="CRISTOFHER ANDRES ROJAS ROJAS" userId="ff4a2ee5-b92d-4cf2-97fa-1b800dd1f1dd" providerId="ADAL" clId="{41A92D29-8BD5-40EA-B071-4A942BDDCEE0}" dt="2020-04-22T09:07:06.302" v="520" actId="27636"/>
        <pc:sldMkLst>
          <pc:docMk/>
          <pc:sldMk cId="1444201569" sldId="348"/>
        </pc:sldMkLst>
        <pc:spChg chg="mod">
          <ac:chgData name="CRISTOFHER ANDRES ROJAS ROJAS" userId="ff4a2ee5-b92d-4cf2-97fa-1b800dd1f1dd" providerId="ADAL" clId="{41A92D29-8BD5-40EA-B071-4A942BDDCEE0}" dt="2020-04-22T09:06:37.529" v="501" actId="20577"/>
          <ac:spMkLst>
            <pc:docMk/>
            <pc:sldMk cId="1444201569" sldId="348"/>
            <ac:spMk id="6" creationId="{00000000-0000-0000-0000-000000000000}"/>
          </ac:spMkLst>
        </pc:spChg>
        <pc:spChg chg="mod">
          <ac:chgData name="CRISTOFHER ANDRES ROJAS ROJAS" userId="ff4a2ee5-b92d-4cf2-97fa-1b800dd1f1dd" providerId="ADAL" clId="{41A92D29-8BD5-40EA-B071-4A942BDDCEE0}" dt="2020-04-22T09:07:06.302" v="520" actId="27636"/>
          <ac:spMkLst>
            <pc:docMk/>
            <pc:sldMk cId="1444201569" sldId="348"/>
            <ac:spMk id="7" creationId="{00000000-0000-0000-0000-000000000000}"/>
          </ac:spMkLst>
        </pc:spChg>
      </pc:sldChg>
      <pc:sldChg chg="modSp modAnim">
        <pc:chgData name="CRISTOFHER ANDRES ROJAS ROJAS" userId="ff4a2ee5-b92d-4cf2-97fa-1b800dd1f1dd" providerId="ADAL" clId="{41A92D29-8BD5-40EA-B071-4A942BDDCEE0}" dt="2020-04-22T09:08:08.436" v="538" actId="255"/>
        <pc:sldMkLst>
          <pc:docMk/>
          <pc:sldMk cId="3873343043" sldId="349"/>
        </pc:sldMkLst>
        <pc:spChg chg="mod">
          <ac:chgData name="CRISTOFHER ANDRES ROJAS ROJAS" userId="ff4a2ee5-b92d-4cf2-97fa-1b800dd1f1dd" providerId="ADAL" clId="{41A92D29-8BD5-40EA-B071-4A942BDDCEE0}" dt="2020-04-22T09:08:08.436" v="538" actId="255"/>
          <ac:spMkLst>
            <pc:docMk/>
            <pc:sldMk cId="3873343043" sldId="349"/>
            <ac:spMk id="7" creationId="{00000000-0000-0000-0000-000000000000}"/>
          </ac:spMkLst>
        </pc:spChg>
      </pc:sldChg>
      <pc:sldChg chg="addSp delSp modSp modAnim">
        <pc:chgData name="CRISTOFHER ANDRES ROJAS ROJAS" userId="ff4a2ee5-b92d-4cf2-97fa-1b800dd1f1dd" providerId="ADAL" clId="{41A92D29-8BD5-40EA-B071-4A942BDDCEE0}" dt="2020-04-22T09:38:13.775" v="1272" actId="478"/>
        <pc:sldMkLst>
          <pc:docMk/>
          <pc:sldMk cId="2108958779" sldId="350"/>
        </pc:sldMkLst>
        <pc:spChg chg="add del mod">
          <ac:chgData name="CRISTOFHER ANDRES ROJAS ROJAS" userId="ff4a2ee5-b92d-4cf2-97fa-1b800dd1f1dd" providerId="ADAL" clId="{41A92D29-8BD5-40EA-B071-4A942BDDCEE0}" dt="2020-04-22T09:38:13.775" v="1272" actId="478"/>
          <ac:spMkLst>
            <pc:docMk/>
            <pc:sldMk cId="2108958779" sldId="350"/>
            <ac:spMk id="4" creationId="{72349D30-B235-42B6-BAC0-4ABD21190837}"/>
          </ac:spMkLst>
        </pc:spChg>
        <pc:spChg chg="mod">
          <ac:chgData name="CRISTOFHER ANDRES ROJAS ROJAS" userId="ff4a2ee5-b92d-4cf2-97fa-1b800dd1f1dd" providerId="ADAL" clId="{41A92D29-8BD5-40EA-B071-4A942BDDCEE0}" dt="2020-04-22T09:34:37.634" v="1180" actId="20577"/>
          <ac:spMkLst>
            <pc:docMk/>
            <pc:sldMk cId="2108958779" sldId="350"/>
            <ac:spMk id="6" creationId="{00000000-0000-0000-0000-000000000000}"/>
          </ac:spMkLst>
        </pc:spChg>
        <pc:spChg chg="mod">
          <ac:chgData name="CRISTOFHER ANDRES ROJAS ROJAS" userId="ff4a2ee5-b92d-4cf2-97fa-1b800dd1f1dd" providerId="ADAL" clId="{41A92D29-8BD5-40EA-B071-4A942BDDCEE0}" dt="2020-04-22T09:36:50.089" v="1255" actId="27636"/>
          <ac:spMkLst>
            <pc:docMk/>
            <pc:sldMk cId="2108958779" sldId="350"/>
            <ac:spMk id="7" creationId="{00000000-0000-0000-0000-000000000000}"/>
          </ac:spMkLst>
        </pc:spChg>
        <pc:picChg chg="add del mod">
          <ac:chgData name="CRISTOFHER ANDRES ROJAS ROJAS" userId="ff4a2ee5-b92d-4cf2-97fa-1b800dd1f1dd" providerId="ADAL" clId="{41A92D29-8BD5-40EA-B071-4A942BDDCEE0}" dt="2020-04-22T09:34:16.859" v="1135" actId="478"/>
          <ac:picMkLst>
            <pc:docMk/>
            <pc:sldMk cId="2108958779" sldId="350"/>
            <ac:picMk id="3" creationId="{B9FB6DA9-EC7B-41E4-B4AA-64872E4060E9}"/>
          </ac:picMkLst>
        </pc:picChg>
        <pc:picChg chg="add del mod">
          <ac:chgData name="CRISTOFHER ANDRES ROJAS ROJAS" userId="ff4a2ee5-b92d-4cf2-97fa-1b800dd1f1dd" providerId="ADAL" clId="{41A92D29-8BD5-40EA-B071-4A942BDDCEE0}" dt="2020-04-22T09:36:53.733" v="1256" actId="478"/>
          <ac:picMkLst>
            <pc:docMk/>
            <pc:sldMk cId="2108958779" sldId="350"/>
            <ac:picMk id="1026" creationId="{63D32BC8-E533-4B11-B78D-DE8E985ECEC1}"/>
          </ac:picMkLst>
        </pc:picChg>
      </pc:sldChg>
      <pc:sldChg chg="del">
        <pc:chgData name="CRISTOFHER ANDRES ROJAS ROJAS" userId="ff4a2ee5-b92d-4cf2-97fa-1b800dd1f1dd" providerId="ADAL" clId="{41A92D29-8BD5-40EA-B071-4A942BDDCEE0}" dt="2020-04-22T09:21:29.365" v="980" actId="47"/>
        <pc:sldMkLst>
          <pc:docMk/>
          <pc:sldMk cId="3196129465" sldId="351"/>
        </pc:sldMkLst>
      </pc:sldChg>
      <pc:sldChg chg="del">
        <pc:chgData name="CRISTOFHER ANDRES ROJAS ROJAS" userId="ff4a2ee5-b92d-4cf2-97fa-1b800dd1f1dd" providerId="ADAL" clId="{41A92D29-8BD5-40EA-B071-4A942BDDCEE0}" dt="2020-04-22T09:21:29.365" v="980" actId="47"/>
        <pc:sldMkLst>
          <pc:docMk/>
          <pc:sldMk cId="736109266" sldId="352"/>
        </pc:sldMkLst>
      </pc:sldChg>
      <pc:sldChg chg="del">
        <pc:chgData name="CRISTOFHER ANDRES ROJAS ROJAS" userId="ff4a2ee5-b92d-4cf2-97fa-1b800dd1f1dd" providerId="ADAL" clId="{41A92D29-8BD5-40EA-B071-4A942BDDCEE0}" dt="2020-04-22T09:21:29.365" v="980" actId="47"/>
        <pc:sldMkLst>
          <pc:docMk/>
          <pc:sldMk cId="2010018448" sldId="374"/>
        </pc:sldMkLst>
      </pc:sldChg>
      <pc:sldChg chg="add del">
        <pc:chgData name="CRISTOFHER ANDRES ROJAS ROJAS" userId="ff4a2ee5-b92d-4cf2-97fa-1b800dd1f1dd" providerId="ADAL" clId="{41A92D29-8BD5-40EA-B071-4A942BDDCEE0}" dt="2020-04-22T09:34:03.761" v="1121" actId="47"/>
        <pc:sldMkLst>
          <pc:docMk/>
          <pc:sldMk cId="3507114496" sldId="376"/>
        </pc:sldMkLst>
      </pc:sldChg>
      <pc:sldChg chg="new del">
        <pc:chgData name="CRISTOFHER ANDRES ROJAS ROJAS" userId="ff4a2ee5-b92d-4cf2-97fa-1b800dd1f1dd" providerId="ADAL" clId="{41A92D29-8BD5-40EA-B071-4A942BDDCEE0}" dt="2020-04-22T09:28:15.811" v="983" actId="680"/>
        <pc:sldMkLst>
          <pc:docMk/>
          <pc:sldMk cId="146358354" sldId="377"/>
        </pc:sldMkLst>
      </pc:sldChg>
      <pc:sldChg chg="modSp add">
        <pc:chgData name="CRISTOFHER ANDRES ROJAS ROJAS" userId="ff4a2ee5-b92d-4cf2-97fa-1b800dd1f1dd" providerId="ADAL" clId="{41A92D29-8BD5-40EA-B071-4A942BDDCEE0}" dt="2020-04-22T09:32:33.550" v="1110" actId="27636"/>
        <pc:sldMkLst>
          <pc:docMk/>
          <pc:sldMk cId="153259363" sldId="377"/>
        </pc:sldMkLst>
        <pc:spChg chg="mod">
          <ac:chgData name="CRISTOFHER ANDRES ROJAS ROJAS" userId="ff4a2ee5-b92d-4cf2-97fa-1b800dd1f1dd" providerId="ADAL" clId="{41A92D29-8BD5-40EA-B071-4A942BDDCEE0}" dt="2020-04-22T09:28:37.866" v="997" actId="1076"/>
          <ac:spMkLst>
            <pc:docMk/>
            <pc:sldMk cId="153259363" sldId="377"/>
            <ac:spMk id="6" creationId="{00000000-0000-0000-0000-000000000000}"/>
          </ac:spMkLst>
        </pc:spChg>
        <pc:spChg chg="mod">
          <ac:chgData name="CRISTOFHER ANDRES ROJAS ROJAS" userId="ff4a2ee5-b92d-4cf2-97fa-1b800dd1f1dd" providerId="ADAL" clId="{41A92D29-8BD5-40EA-B071-4A942BDDCEE0}" dt="2020-04-22T09:32:33.550" v="1110" actId="27636"/>
          <ac:spMkLst>
            <pc:docMk/>
            <pc:sldMk cId="153259363" sldId="377"/>
            <ac:spMk id="7" creationId="{00000000-0000-0000-0000-000000000000}"/>
          </ac:spMkLst>
        </pc:spChg>
      </pc:sldChg>
      <pc:sldChg chg="modSp add">
        <pc:chgData name="CRISTOFHER ANDRES ROJAS ROJAS" userId="ff4a2ee5-b92d-4cf2-97fa-1b800dd1f1dd" providerId="ADAL" clId="{41A92D29-8BD5-40EA-B071-4A942BDDCEE0}" dt="2020-04-22T09:31:49.568" v="1088" actId="20577"/>
        <pc:sldMkLst>
          <pc:docMk/>
          <pc:sldMk cId="3676553905" sldId="378"/>
        </pc:sldMkLst>
        <pc:spChg chg="mod">
          <ac:chgData name="CRISTOFHER ANDRES ROJAS ROJAS" userId="ff4a2ee5-b92d-4cf2-97fa-1b800dd1f1dd" providerId="ADAL" clId="{41A92D29-8BD5-40EA-B071-4A942BDDCEE0}" dt="2020-04-22T09:31:49.568" v="1088" actId="20577"/>
          <ac:spMkLst>
            <pc:docMk/>
            <pc:sldMk cId="3676553905" sldId="378"/>
            <ac:spMk id="7" creationId="{00000000-0000-0000-0000-000000000000}"/>
          </ac:spMkLst>
        </pc:spChg>
      </pc:sldChg>
      <pc:sldChg chg="new del">
        <pc:chgData name="CRISTOFHER ANDRES ROJAS ROJAS" userId="ff4a2ee5-b92d-4cf2-97fa-1b800dd1f1dd" providerId="ADAL" clId="{41A92D29-8BD5-40EA-B071-4A942BDDCEE0}" dt="2020-04-22T09:34:02.665" v="1119" actId="680"/>
        <pc:sldMkLst>
          <pc:docMk/>
          <pc:sldMk cId="1772634602" sldId="379"/>
        </pc:sldMkLst>
      </pc:sldChg>
      <pc:sldChg chg="delSp modSp add">
        <pc:chgData name="CRISTOFHER ANDRES ROJAS ROJAS" userId="ff4a2ee5-b92d-4cf2-97fa-1b800dd1f1dd" providerId="ADAL" clId="{41A92D29-8BD5-40EA-B071-4A942BDDCEE0}" dt="2020-04-22T09:37:17.070" v="1261" actId="478"/>
        <pc:sldMkLst>
          <pc:docMk/>
          <pc:sldMk cId="3466318570" sldId="379"/>
        </pc:sldMkLst>
        <pc:spChg chg="mod">
          <ac:chgData name="CRISTOFHER ANDRES ROJAS ROJAS" userId="ff4a2ee5-b92d-4cf2-97fa-1b800dd1f1dd" providerId="ADAL" clId="{41A92D29-8BD5-40EA-B071-4A942BDDCEE0}" dt="2020-04-22T09:37:11.190" v="1260" actId="255"/>
          <ac:spMkLst>
            <pc:docMk/>
            <pc:sldMk cId="3466318570" sldId="379"/>
            <ac:spMk id="7" creationId="{00000000-0000-0000-0000-000000000000}"/>
          </ac:spMkLst>
        </pc:spChg>
        <pc:picChg chg="del">
          <ac:chgData name="CRISTOFHER ANDRES ROJAS ROJAS" userId="ff4a2ee5-b92d-4cf2-97fa-1b800dd1f1dd" providerId="ADAL" clId="{41A92D29-8BD5-40EA-B071-4A942BDDCEE0}" dt="2020-04-22T09:37:17.070" v="1261" actId="478"/>
          <ac:picMkLst>
            <pc:docMk/>
            <pc:sldMk cId="3466318570" sldId="379"/>
            <ac:picMk id="1026" creationId="{63D32BC8-E533-4B11-B78D-DE8E985ECEC1}"/>
          </ac:picMkLst>
        </pc:picChg>
      </pc:sldChg>
      <pc:sldChg chg="delSp modSp add">
        <pc:chgData name="CRISTOFHER ANDRES ROJAS ROJAS" userId="ff4a2ee5-b92d-4cf2-97fa-1b800dd1f1dd" providerId="ADAL" clId="{41A92D29-8BD5-40EA-B071-4A942BDDCEE0}" dt="2020-04-22T09:37:18.574" v="1262" actId="478"/>
        <pc:sldMkLst>
          <pc:docMk/>
          <pc:sldMk cId="307181644" sldId="380"/>
        </pc:sldMkLst>
        <pc:spChg chg="mod">
          <ac:chgData name="CRISTOFHER ANDRES ROJAS ROJAS" userId="ff4a2ee5-b92d-4cf2-97fa-1b800dd1f1dd" providerId="ADAL" clId="{41A92D29-8BD5-40EA-B071-4A942BDDCEE0}" dt="2020-04-22T09:36:13.799" v="1247" actId="27636"/>
          <ac:spMkLst>
            <pc:docMk/>
            <pc:sldMk cId="307181644" sldId="380"/>
            <ac:spMk id="7" creationId="{00000000-0000-0000-0000-000000000000}"/>
          </ac:spMkLst>
        </pc:spChg>
        <pc:picChg chg="del">
          <ac:chgData name="CRISTOFHER ANDRES ROJAS ROJAS" userId="ff4a2ee5-b92d-4cf2-97fa-1b800dd1f1dd" providerId="ADAL" clId="{41A92D29-8BD5-40EA-B071-4A942BDDCEE0}" dt="2020-04-22T09:37:18.574" v="1262" actId="478"/>
          <ac:picMkLst>
            <pc:docMk/>
            <pc:sldMk cId="307181644" sldId="380"/>
            <ac:picMk id="1026" creationId="{63D32BC8-E533-4B11-B78D-DE8E985ECEC1}"/>
          </ac:picMkLst>
        </pc:picChg>
      </pc:sldChg>
      <pc:sldChg chg="new del">
        <pc:chgData name="CRISTOFHER ANDRES ROJAS ROJAS" userId="ff4a2ee5-b92d-4cf2-97fa-1b800dd1f1dd" providerId="ADAL" clId="{41A92D29-8BD5-40EA-B071-4A942BDDCEE0}" dt="2020-04-22T09:35:51.005" v="1240" actId="680"/>
        <pc:sldMkLst>
          <pc:docMk/>
          <pc:sldMk cId="2307093310" sldId="380"/>
        </pc:sldMkLst>
      </pc:sldChg>
      <pc:sldChg chg="modSp add del">
        <pc:chgData name="CRISTOFHER ANDRES ROJAS ROJAS" userId="ff4a2ee5-b92d-4cf2-97fa-1b800dd1f1dd" providerId="ADAL" clId="{41A92D29-8BD5-40EA-B071-4A942BDDCEE0}" dt="2020-04-22T09:38:19.948" v="1273" actId="47"/>
        <pc:sldMkLst>
          <pc:docMk/>
          <pc:sldMk cId="496455104" sldId="381"/>
        </pc:sldMkLst>
        <pc:spChg chg="mod">
          <ac:chgData name="CRISTOFHER ANDRES ROJAS ROJAS" userId="ff4a2ee5-b92d-4cf2-97fa-1b800dd1f1dd" providerId="ADAL" clId="{41A92D29-8BD5-40EA-B071-4A942BDDCEE0}" dt="2020-04-22T09:37:29.151" v="1267" actId="20577"/>
          <ac:spMkLst>
            <pc:docMk/>
            <pc:sldMk cId="496455104" sldId="381"/>
            <ac:spMk id="7" creationId="{00000000-0000-0000-0000-000000000000}"/>
          </ac:spMkLst>
        </pc:spChg>
      </pc:sldChg>
      <pc:sldChg chg="new del">
        <pc:chgData name="CRISTOFHER ANDRES ROJAS ROJAS" userId="ff4a2ee5-b92d-4cf2-97fa-1b800dd1f1dd" providerId="ADAL" clId="{41A92D29-8BD5-40EA-B071-4A942BDDCEE0}" dt="2020-04-22T09:37:24.949" v="1264" actId="680"/>
        <pc:sldMkLst>
          <pc:docMk/>
          <pc:sldMk cId="2656838744" sldId="381"/>
        </pc:sldMkLst>
      </pc:sldChg>
      <pc:sldMasterChg chg="delSldLayout">
        <pc:chgData name="CRISTOFHER ANDRES ROJAS ROJAS" userId="ff4a2ee5-b92d-4cf2-97fa-1b800dd1f1dd" providerId="ADAL" clId="{41A92D29-8BD5-40EA-B071-4A942BDDCEE0}" dt="2020-04-22T09:21:29.365" v="980" actId="47"/>
        <pc:sldMasterMkLst>
          <pc:docMk/>
          <pc:sldMasterMk cId="1093945410" sldId="2147483660"/>
        </pc:sldMasterMkLst>
        <pc:sldLayoutChg chg="del">
          <pc:chgData name="CRISTOFHER ANDRES ROJAS ROJAS" userId="ff4a2ee5-b92d-4cf2-97fa-1b800dd1f1dd" providerId="ADAL" clId="{41A92D29-8BD5-40EA-B071-4A942BDDCEE0}" dt="2020-04-22T09:21:29.365" v="980" actId="47"/>
          <pc:sldLayoutMkLst>
            <pc:docMk/>
            <pc:sldMasterMk cId="1093945410" sldId="2147483660"/>
            <pc:sldLayoutMk cId="216677509" sldId="2147483674"/>
          </pc:sldLayoutMkLst>
        </pc:sldLayoutChg>
      </pc:sldMasterChg>
    </pc:docChg>
  </pc:docChgLst>
  <pc:docChgLst>
    <pc:chgData name="Carlos Castro Bustamante" userId="6a1eae72-c265-4fa1-8efa-3defc8ba2bc8" providerId="ADAL" clId="{6F5AC8FE-0631-4C53-B9E7-5510B3634C46}"/>
    <pc:docChg chg="delSld">
      <pc:chgData name="Carlos Castro Bustamante" userId="6a1eae72-c265-4fa1-8efa-3defc8ba2bc8" providerId="ADAL" clId="{6F5AC8FE-0631-4C53-B9E7-5510B3634C46}" dt="2023-10-11T14:58:15.204" v="0" actId="47"/>
      <pc:docMkLst>
        <pc:docMk/>
      </pc:docMkLst>
      <pc:sldChg chg="del">
        <pc:chgData name="Carlos Castro Bustamante" userId="6a1eae72-c265-4fa1-8efa-3defc8ba2bc8" providerId="ADAL" clId="{6F5AC8FE-0631-4C53-B9E7-5510B3634C46}" dt="2023-10-11T14:58:15.204" v="0" actId="47"/>
        <pc:sldMkLst>
          <pc:docMk/>
          <pc:sldMk cId="1748350259" sldId="537"/>
        </pc:sldMkLst>
      </pc:sldChg>
      <pc:sldChg chg="del">
        <pc:chgData name="Carlos Castro Bustamante" userId="6a1eae72-c265-4fa1-8efa-3defc8ba2bc8" providerId="ADAL" clId="{6F5AC8FE-0631-4C53-B9E7-5510B3634C46}" dt="2023-10-11T14:58:15.204" v="0" actId="47"/>
        <pc:sldMkLst>
          <pc:docMk/>
          <pc:sldMk cId="2819892606" sldId="546"/>
        </pc:sldMkLst>
      </pc:sldChg>
      <pc:sldChg chg="del">
        <pc:chgData name="Carlos Castro Bustamante" userId="6a1eae72-c265-4fa1-8efa-3defc8ba2bc8" providerId="ADAL" clId="{6F5AC8FE-0631-4C53-B9E7-5510B3634C46}" dt="2023-10-11T14:58:15.204" v="0" actId="47"/>
        <pc:sldMkLst>
          <pc:docMk/>
          <pc:sldMk cId="1280909461" sldId="547"/>
        </pc:sldMkLst>
      </pc:sldChg>
      <pc:sldChg chg="del">
        <pc:chgData name="Carlos Castro Bustamante" userId="6a1eae72-c265-4fa1-8efa-3defc8ba2bc8" providerId="ADAL" clId="{6F5AC8FE-0631-4C53-B9E7-5510B3634C46}" dt="2023-10-11T14:58:15.204" v="0" actId="47"/>
        <pc:sldMkLst>
          <pc:docMk/>
          <pc:sldMk cId="2931448898" sldId="548"/>
        </pc:sldMkLst>
      </pc:sldChg>
      <pc:sldChg chg="del">
        <pc:chgData name="Carlos Castro Bustamante" userId="6a1eae72-c265-4fa1-8efa-3defc8ba2bc8" providerId="ADAL" clId="{6F5AC8FE-0631-4C53-B9E7-5510B3634C46}" dt="2023-10-11T14:58:15.204" v="0" actId="47"/>
        <pc:sldMkLst>
          <pc:docMk/>
          <pc:sldMk cId="1048145658" sldId="549"/>
        </pc:sldMkLst>
      </pc:sldChg>
      <pc:sldChg chg="del">
        <pc:chgData name="Carlos Castro Bustamante" userId="6a1eae72-c265-4fa1-8efa-3defc8ba2bc8" providerId="ADAL" clId="{6F5AC8FE-0631-4C53-B9E7-5510B3634C46}" dt="2023-10-11T14:58:15.204" v="0" actId="47"/>
        <pc:sldMkLst>
          <pc:docMk/>
          <pc:sldMk cId="3859189687" sldId="550"/>
        </pc:sldMkLst>
      </pc:sldChg>
      <pc:sldChg chg="del">
        <pc:chgData name="Carlos Castro Bustamante" userId="6a1eae72-c265-4fa1-8efa-3defc8ba2bc8" providerId="ADAL" clId="{6F5AC8FE-0631-4C53-B9E7-5510B3634C46}" dt="2023-10-11T14:58:15.204" v="0" actId="47"/>
        <pc:sldMkLst>
          <pc:docMk/>
          <pc:sldMk cId="1280738189" sldId="551"/>
        </pc:sldMkLst>
      </pc:sldChg>
      <pc:sldChg chg="del">
        <pc:chgData name="Carlos Castro Bustamante" userId="6a1eae72-c265-4fa1-8efa-3defc8ba2bc8" providerId="ADAL" clId="{6F5AC8FE-0631-4C53-B9E7-5510B3634C46}" dt="2023-10-11T14:58:15.204" v="0" actId="47"/>
        <pc:sldMkLst>
          <pc:docMk/>
          <pc:sldMk cId="2050172949" sldId="552"/>
        </pc:sldMkLst>
      </pc:sldChg>
      <pc:sldChg chg="del">
        <pc:chgData name="Carlos Castro Bustamante" userId="6a1eae72-c265-4fa1-8efa-3defc8ba2bc8" providerId="ADAL" clId="{6F5AC8FE-0631-4C53-B9E7-5510B3634C46}" dt="2023-10-11T14:58:15.204" v="0" actId="47"/>
        <pc:sldMkLst>
          <pc:docMk/>
          <pc:sldMk cId="3182291734" sldId="553"/>
        </pc:sldMkLst>
      </pc:sldChg>
      <pc:sldChg chg="del">
        <pc:chgData name="Carlos Castro Bustamante" userId="6a1eae72-c265-4fa1-8efa-3defc8ba2bc8" providerId="ADAL" clId="{6F5AC8FE-0631-4C53-B9E7-5510B3634C46}" dt="2023-10-11T14:58:15.204" v="0" actId="47"/>
        <pc:sldMkLst>
          <pc:docMk/>
          <pc:sldMk cId="536754045" sldId="554"/>
        </pc:sldMkLst>
      </pc:sldChg>
      <pc:sldChg chg="del">
        <pc:chgData name="Carlos Castro Bustamante" userId="6a1eae72-c265-4fa1-8efa-3defc8ba2bc8" providerId="ADAL" clId="{6F5AC8FE-0631-4C53-B9E7-5510B3634C46}" dt="2023-10-11T14:58:15.204" v="0" actId="47"/>
        <pc:sldMkLst>
          <pc:docMk/>
          <pc:sldMk cId="1174693424" sldId="555"/>
        </pc:sldMkLst>
      </pc:sldChg>
      <pc:sldChg chg="del">
        <pc:chgData name="Carlos Castro Bustamante" userId="6a1eae72-c265-4fa1-8efa-3defc8ba2bc8" providerId="ADAL" clId="{6F5AC8FE-0631-4C53-B9E7-5510B3634C46}" dt="2023-10-11T14:58:15.204" v="0" actId="47"/>
        <pc:sldMkLst>
          <pc:docMk/>
          <pc:sldMk cId="2690264268" sldId="556"/>
        </pc:sldMkLst>
      </pc:sldChg>
      <pc:sldChg chg="del">
        <pc:chgData name="Carlos Castro Bustamante" userId="6a1eae72-c265-4fa1-8efa-3defc8ba2bc8" providerId="ADAL" clId="{6F5AC8FE-0631-4C53-B9E7-5510B3634C46}" dt="2023-10-11T14:58:15.204" v="0" actId="47"/>
        <pc:sldMkLst>
          <pc:docMk/>
          <pc:sldMk cId="539133085" sldId="557"/>
        </pc:sldMkLst>
      </pc:sldChg>
      <pc:sldChg chg="del">
        <pc:chgData name="Carlos Castro Bustamante" userId="6a1eae72-c265-4fa1-8efa-3defc8ba2bc8" providerId="ADAL" clId="{6F5AC8FE-0631-4C53-B9E7-5510B3634C46}" dt="2023-10-11T14:58:15.204" v="0" actId="47"/>
        <pc:sldMkLst>
          <pc:docMk/>
          <pc:sldMk cId="1397061918" sldId="558"/>
        </pc:sldMkLst>
      </pc:sldChg>
      <pc:sldChg chg="del">
        <pc:chgData name="Carlos Castro Bustamante" userId="6a1eae72-c265-4fa1-8efa-3defc8ba2bc8" providerId="ADAL" clId="{6F5AC8FE-0631-4C53-B9E7-5510B3634C46}" dt="2023-10-11T14:58:15.204" v="0" actId="47"/>
        <pc:sldMkLst>
          <pc:docMk/>
          <pc:sldMk cId="3656690484" sldId="559"/>
        </pc:sldMkLst>
      </pc:sldChg>
      <pc:sldChg chg="del">
        <pc:chgData name="Carlos Castro Bustamante" userId="6a1eae72-c265-4fa1-8efa-3defc8ba2bc8" providerId="ADAL" clId="{6F5AC8FE-0631-4C53-B9E7-5510B3634C46}" dt="2023-10-11T14:58:15.204" v="0" actId="47"/>
        <pc:sldMkLst>
          <pc:docMk/>
          <pc:sldMk cId="314988625" sldId="560"/>
        </pc:sldMkLst>
      </pc:sldChg>
    </pc:docChg>
  </pc:docChgLst>
  <pc:docChgLst>
    <pc:chgData name="CRISTOFHER ANDRES ROJAS ROJAS" userId="ff4a2ee5-b92d-4cf2-97fa-1b800dd1f1dd" providerId="ADAL" clId="{4578CC14-6DAD-489B-AF16-1125D7F8A148}"/>
    <pc:docChg chg="undo custSel mod addSld delSld modSld sldOrd">
      <pc:chgData name="CRISTOFHER ANDRES ROJAS ROJAS" userId="ff4a2ee5-b92d-4cf2-97fa-1b800dd1f1dd" providerId="ADAL" clId="{4578CC14-6DAD-489B-AF16-1125D7F8A148}" dt="2020-04-15T21:53:48.874" v="1229" actId="20577"/>
      <pc:docMkLst>
        <pc:docMk/>
      </pc:docMkLst>
      <pc:sldChg chg="addSp modSp">
        <pc:chgData name="CRISTOFHER ANDRES ROJAS ROJAS" userId="ff4a2ee5-b92d-4cf2-97fa-1b800dd1f1dd" providerId="ADAL" clId="{4578CC14-6DAD-489B-AF16-1125D7F8A148}" dt="2020-04-15T04:01:38.878" v="126" actId="20577"/>
        <pc:sldMkLst>
          <pc:docMk/>
          <pc:sldMk cId="2505037563" sldId="256"/>
        </pc:sldMkLst>
        <pc:spChg chg="mod">
          <ac:chgData name="CRISTOFHER ANDRES ROJAS ROJAS" userId="ff4a2ee5-b92d-4cf2-97fa-1b800dd1f1dd" providerId="ADAL" clId="{4578CC14-6DAD-489B-AF16-1125D7F8A148}" dt="2020-04-15T04:01:38.878" v="126" actId="20577"/>
          <ac:spMkLst>
            <pc:docMk/>
            <pc:sldMk cId="2505037563" sldId="256"/>
            <ac:spMk id="3" creationId="{00000000-0000-0000-0000-000000000000}"/>
          </ac:spMkLst>
        </pc:spChg>
        <pc:spChg chg="add mod">
          <ac:chgData name="CRISTOFHER ANDRES ROJAS ROJAS" userId="ff4a2ee5-b92d-4cf2-97fa-1b800dd1f1dd" providerId="ADAL" clId="{4578CC14-6DAD-489B-AF16-1125D7F8A148}" dt="2020-04-15T04:00:37.066" v="22" actId="20577"/>
          <ac:spMkLst>
            <pc:docMk/>
            <pc:sldMk cId="2505037563" sldId="256"/>
            <ac:spMk id="6" creationId="{4BFCA498-348C-4A5E-9EF5-B337E69E3111}"/>
          </ac:spMkLst>
        </pc:spChg>
        <pc:spChg chg="add mod">
          <ac:chgData name="CRISTOFHER ANDRES ROJAS ROJAS" userId="ff4a2ee5-b92d-4cf2-97fa-1b800dd1f1dd" providerId="ADAL" clId="{4578CC14-6DAD-489B-AF16-1125D7F8A148}" dt="2020-04-15T04:00:57.591" v="27" actId="1076"/>
          <ac:spMkLst>
            <pc:docMk/>
            <pc:sldMk cId="2505037563" sldId="256"/>
            <ac:spMk id="7" creationId="{8555F635-70D4-4AE3-859D-A80843BF7309}"/>
          </ac:spMkLst>
        </pc:spChg>
        <pc:spChg chg="add mod">
          <ac:chgData name="CRISTOFHER ANDRES ROJAS ROJAS" userId="ff4a2ee5-b92d-4cf2-97fa-1b800dd1f1dd" providerId="ADAL" clId="{4578CC14-6DAD-489B-AF16-1125D7F8A148}" dt="2020-04-15T04:01:29.468" v="103" actId="14100"/>
          <ac:spMkLst>
            <pc:docMk/>
            <pc:sldMk cId="2505037563" sldId="256"/>
            <ac:spMk id="8" creationId="{4B3C8749-A33F-49FE-B61E-25BC4F1F402D}"/>
          </ac:spMkLst>
        </pc:spChg>
      </pc:sldChg>
      <pc:sldChg chg="addSp delSp modSp mod setBg">
        <pc:chgData name="CRISTOFHER ANDRES ROJAS ROJAS" userId="ff4a2ee5-b92d-4cf2-97fa-1b800dd1f1dd" providerId="ADAL" clId="{4578CC14-6DAD-489B-AF16-1125D7F8A148}" dt="2020-04-15T04:31:02.303" v="1114" actId="20577"/>
        <pc:sldMkLst>
          <pc:docMk/>
          <pc:sldMk cId="1682723415" sldId="257"/>
        </pc:sldMkLst>
        <pc:spChg chg="mod">
          <ac:chgData name="CRISTOFHER ANDRES ROJAS ROJAS" userId="ff4a2ee5-b92d-4cf2-97fa-1b800dd1f1dd" providerId="ADAL" clId="{4578CC14-6DAD-489B-AF16-1125D7F8A148}" dt="2020-04-15T04:11:50.739" v="195" actId="14100"/>
          <ac:spMkLst>
            <pc:docMk/>
            <pc:sldMk cId="1682723415" sldId="257"/>
            <ac:spMk id="3" creationId="{00000000-0000-0000-0000-000000000000}"/>
          </ac:spMkLst>
        </pc:spChg>
        <pc:spChg chg="add">
          <ac:chgData name="CRISTOFHER ANDRES ROJAS ROJAS" userId="ff4a2ee5-b92d-4cf2-97fa-1b800dd1f1dd" providerId="ADAL" clId="{4578CC14-6DAD-489B-AF16-1125D7F8A148}" dt="2020-04-15T04:15:12.574" v="251"/>
          <ac:spMkLst>
            <pc:docMk/>
            <pc:sldMk cId="1682723415" sldId="257"/>
            <ac:spMk id="6" creationId="{9EE24476-5CCE-461B-896C-E68598A6262D}"/>
          </ac:spMkLst>
        </pc:spChg>
        <pc:spChg chg="add">
          <ac:chgData name="CRISTOFHER ANDRES ROJAS ROJAS" userId="ff4a2ee5-b92d-4cf2-97fa-1b800dd1f1dd" providerId="ADAL" clId="{4578CC14-6DAD-489B-AF16-1125D7F8A148}" dt="2020-04-15T04:29:15.017" v="1094"/>
          <ac:spMkLst>
            <pc:docMk/>
            <pc:sldMk cId="1682723415" sldId="257"/>
            <ac:spMk id="7" creationId="{8802B3E2-C335-44FE-8B66-CC5BAD3D3B5B}"/>
          </ac:spMkLst>
        </pc:spChg>
        <pc:spChg chg="add del mod">
          <ac:chgData name="CRISTOFHER ANDRES ROJAS ROJAS" userId="ff4a2ee5-b92d-4cf2-97fa-1b800dd1f1dd" providerId="ADAL" clId="{4578CC14-6DAD-489B-AF16-1125D7F8A148}" dt="2020-04-15T04:29:25.471" v="1097" actId="478"/>
          <ac:spMkLst>
            <pc:docMk/>
            <pc:sldMk cId="1682723415" sldId="257"/>
            <ac:spMk id="8" creationId="{C9FA9AB8-0127-4B21-9B62-F265C3748864}"/>
          </ac:spMkLst>
        </pc:spChg>
        <pc:spChg chg="add mod">
          <ac:chgData name="CRISTOFHER ANDRES ROJAS ROJAS" userId="ff4a2ee5-b92d-4cf2-97fa-1b800dd1f1dd" providerId="ADAL" clId="{4578CC14-6DAD-489B-AF16-1125D7F8A148}" dt="2020-04-15T04:31:02.303" v="1114" actId="20577"/>
          <ac:spMkLst>
            <pc:docMk/>
            <pc:sldMk cId="1682723415" sldId="257"/>
            <ac:spMk id="9" creationId="{7657357B-CCE3-49B3-BAC6-B043C23EBB0D}"/>
          </ac:spMkLst>
        </pc:spChg>
        <pc:picChg chg="del mod">
          <ac:chgData name="CRISTOFHER ANDRES ROJAS ROJAS" userId="ff4a2ee5-b92d-4cf2-97fa-1b800dd1f1dd" providerId="ADAL" clId="{4578CC14-6DAD-489B-AF16-1125D7F8A148}" dt="2020-04-15T04:11:43.179" v="193" actId="478"/>
          <ac:picMkLst>
            <pc:docMk/>
            <pc:sldMk cId="1682723415" sldId="257"/>
            <ac:picMk id="4" creationId="{00000000-0000-0000-0000-000000000000}"/>
          </ac:picMkLst>
        </pc:picChg>
        <pc:picChg chg="add">
          <ac:chgData name="CRISTOFHER ANDRES ROJAS ROJAS" userId="ff4a2ee5-b92d-4cf2-97fa-1b800dd1f1dd" providerId="ADAL" clId="{4578CC14-6DAD-489B-AF16-1125D7F8A148}" dt="2020-04-15T04:11:40.931" v="192"/>
          <ac:picMkLst>
            <pc:docMk/>
            <pc:sldMk cId="1682723415" sldId="257"/>
            <ac:picMk id="5" creationId="{7FA56429-A415-4942-8596-E2E7D43B28E9}"/>
          </ac:picMkLst>
        </pc:picChg>
        <pc:picChg chg="add mod">
          <ac:chgData name="CRISTOFHER ANDRES ROJAS ROJAS" userId="ff4a2ee5-b92d-4cf2-97fa-1b800dd1f1dd" providerId="ADAL" clId="{4578CC14-6DAD-489B-AF16-1125D7F8A148}" dt="2020-04-15T04:11:55.665" v="196" actId="1076"/>
          <ac:picMkLst>
            <pc:docMk/>
            <pc:sldMk cId="1682723415" sldId="257"/>
            <ac:picMk id="2050" creationId="{EA2EA1A3-8C8E-48F3-B74B-E3391C7938B4}"/>
          </ac:picMkLst>
        </pc:picChg>
      </pc:sldChg>
      <pc:sldChg chg="add del">
        <pc:chgData name="CRISTOFHER ANDRES ROJAS ROJAS" userId="ff4a2ee5-b92d-4cf2-97fa-1b800dd1f1dd" providerId="ADAL" clId="{4578CC14-6DAD-489B-AF16-1125D7F8A148}" dt="2020-04-15T04:26:12.133" v="1093" actId="47"/>
        <pc:sldMkLst>
          <pc:docMk/>
          <pc:sldMk cId="354298414" sldId="258"/>
        </pc:sldMkLst>
      </pc:sldChg>
      <pc:sldChg chg="addSp modSp add ord setBg modAnim">
        <pc:chgData name="CRISTOFHER ANDRES ROJAS ROJAS" userId="ff4a2ee5-b92d-4cf2-97fa-1b800dd1f1dd" providerId="ADAL" clId="{4578CC14-6DAD-489B-AF16-1125D7F8A148}" dt="2020-04-15T04:12:40.053" v="204" actId="20577"/>
        <pc:sldMkLst>
          <pc:docMk/>
          <pc:sldMk cId="2707598819" sldId="260"/>
        </pc:sldMkLst>
        <pc:spChg chg="mod">
          <ac:chgData name="CRISTOFHER ANDRES ROJAS ROJAS" userId="ff4a2ee5-b92d-4cf2-97fa-1b800dd1f1dd" providerId="ADAL" clId="{4578CC14-6DAD-489B-AF16-1125D7F8A148}" dt="2020-04-15T04:12:40.053" v="204" actId="20577"/>
          <ac:spMkLst>
            <pc:docMk/>
            <pc:sldMk cId="2707598819" sldId="260"/>
            <ac:spMk id="3" creationId="{00000000-0000-0000-0000-000000000000}"/>
          </ac:spMkLst>
        </pc:spChg>
        <pc:picChg chg="add">
          <ac:chgData name="CRISTOFHER ANDRES ROJAS ROJAS" userId="ff4a2ee5-b92d-4cf2-97fa-1b800dd1f1dd" providerId="ADAL" clId="{4578CC14-6DAD-489B-AF16-1125D7F8A148}" dt="2020-04-15T04:02:19.695" v="137"/>
          <ac:picMkLst>
            <pc:docMk/>
            <pc:sldMk cId="2707598819" sldId="260"/>
            <ac:picMk id="6" creationId="{14A43F8F-EE3E-4CF8-8778-4D390B492303}"/>
          </ac:picMkLst>
        </pc:picChg>
      </pc:sldChg>
      <pc:sldChg chg="addSp delSp modSp add">
        <pc:chgData name="CRISTOFHER ANDRES ROJAS ROJAS" userId="ff4a2ee5-b92d-4cf2-97fa-1b800dd1f1dd" providerId="ADAL" clId="{4578CC14-6DAD-489B-AF16-1125D7F8A148}" dt="2020-04-15T04:30:55.976" v="1111" actId="20577"/>
        <pc:sldMkLst>
          <pc:docMk/>
          <pc:sldMk cId="1882310351" sldId="261"/>
        </pc:sldMkLst>
        <pc:spChg chg="add del">
          <ac:chgData name="CRISTOFHER ANDRES ROJAS ROJAS" userId="ff4a2ee5-b92d-4cf2-97fa-1b800dd1f1dd" providerId="ADAL" clId="{4578CC14-6DAD-489B-AF16-1125D7F8A148}" dt="2020-04-15T04:02:12.546" v="136"/>
          <ac:spMkLst>
            <pc:docMk/>
            <pc:sldMk cId="1882310351" sldId="261"/>
            <ac:spMk id="2" creationId="{D92B95A6-A961-4A47-BD41-21CFA2D9CA5B}"/>
          </ac:spMkLst>
        </pc:spChg>
        <pc:spChg chg="del">
          <ac:chgData name="CRISTOFHER ANDRES ROJAS ROJAS" userId="ff4a2ee5-b92d-4cf2-97fa-1b800dd1f1dd" providerId="ADAL" clId="{4578CC14-6DAD-489B-AF16-1125D7F8A148}" dt="2020-04-15T04:06:10.248" v="187"/>
          <ac:spMkLst>
            <pc:docMk/>
            <pc:sldMk cId="1882310351" sldId="261"/>
            <ac:spMk id="3" creationId="{00000000-0000-0000-0000-000000000000}"/>
          </ac:spMkLst>
        </pc:spChg>
        <pc:spChg chg="add">
          <ac:chgData name="CRISTOFHER ANDRES ROJAS ROJAS" userId="ff4a2ee5-b92d-4cf2-97fa-1b800dd1f1dd" providerId="ADAL" clId="{4578CC14-6DAD-489B-AF16-1125D7F8A148}" dt="2020-04-15T04:30:33.876" v="1106"/>
          <ac:spMkLst>
            <pc:docMk/>
            <pc:sldMk cId="1882310351" sldId="261"/>
            <ac:spMk id="5" creationId="{EB9C76F5-89E9-4A73-A1BC-3FF42FAE91EC}"/>
          </ac:spMkLst>
        </pc:spChg>
        <pc:spChg chg="add">
          <ac:chgData name="CRISTOFHER ANDRES ROJAS ROJAS" userId="ff4a2ee5-b92d-4cf2-97fa-1b800dd1f1dd" providerId="ADAL" clId="{4578CC14-6DAD-489B-AF16-1125D7F8A148}" dt="2020-04-15T04:15:14.319" v="252"/>
          <ac:spMkLst>
            <pc:docMk/>
            <pc:sldMk cId="1882310351" sldId="261"/>
            <ac:spMk id="6" creationId="{5ED49165-F672-435F-BA1C-4889BBBB405F}"/>
          </ac:spMkLst>
        </pc:spChg>
        <pc:spChg chg="add mod">
          <ac:chgData name="CRISTOFHER ANDRES ROJAS ROJAS" userId="ff4a2ee5-b92d-4cf2-97fa-1b800dd1f1dd" providerId="ADAL" clId="{4578CC14-6DAD-489B-AF16-1125D7F8A148}" dt="2020-04-15T04:30:55.976" v="1111" actId="20577"/>
          <ac:spMkLst>
            <pc:docMk/>
            <pc:sldMk cId="1882310351" sldId="261"/>
            <ac:spMk id="7" creationId="{A33176D2-3CBE-4FD0-928E-F0C18BCE4138}"/>
          </ac:spMkLst>
        </pc:spChg>
        <pc:picChg chg="add">
          <ac:chgData name="CRISTOFHER ANDRES ROJAS ROJAS" userId="ff4a2ee5-b92d-4cf2-97fa-1b800dd1f1dd" providerId="ADAL" clId="{4578CC14-6DAD-489B-AF16-1125D7F8A148}" dt="2020-04-15T04:06:10.248" v="187"/>
          <ac:picMkLst>
            <pc:docMk/>
            <pc:sldMk cId="1882310351" sldId="261"/>
            <ac:picMk id="1026" creationId="{C4A1D1E8-E136-467D-B331-0899B1DF1AAA}"/>
          </ac:picMkLst>
        </pc:picChg>
      </pc:sldChg>
      <pc:sldChg chg="new del">
        <pc:chgData name="CRISTOFHER ANDRES ROJAS ROJAS" userId="ff4a2ee5-b92d-4cf2-97fa-1b800dd1f1dd" providerId="ADAL" clId="{4578CC14-6DAD-489B-AF16-1125D7F8A148}" dt="2020-04-15T04:12:06.937" v="198" actId="680"/>
        <pc:sldMkLst>
          <pc:docMk/>
          <pc:sldMk cId="2327098000" sldId="262"/>
        </pc:sldMkLst>
      </pc:sldChg>
      <pc:sldChg chg="addSp delSp modSp add setBg">
        <pc:chgData name="CRISTOFHER ANDRES ROJAS ROJAS" userId="ff4a2ee5-b92d-4cf2-97fa-1b800dd1f1dd" providerId="ADAL" clId="{4578CC14-6DAD-489B-AF16-1125D7F8A148}" dt="2020-04-15T04:37:45.374" v="1191" actId="313"/>
        <pc:sldMkLst>
          <pc:docMk/>
          <pc:sldMk cId="2659890596" sldId="262"/>
        </pc:sldMkLst>
        <pc:spChg chg="mod">
          <ac:chgData name="CRISTOFHER ANDRES ROJAS ROJAS" userId="ff4a2ee5-b92d-4cf2-97fa-1b800dd1f1dd" providerId="ADAL" clId="{4578CC14-6DAD-489B-AF16-1125D7F8A148}" dt="2020-04-15T04:37:45.374" v="1191" actId="313"/>
          <ac:spMkLst>
            <pc:docMk/>
            <pc:sldMk cId="2659890596" sldId="262"/>
            <ac:spMk id="3" creationId="{00000000-0000-0000-0000-000000000000}"/>
          </ac:spMkLst>
        </pc:spChg>
        <pc:spChg chg="add">
          <ac:chgData name="CRISTOFHER ANDRES ROJAS ROJAS" userId="ff4a2ee5-b92d-4cf2-97fa-1b800dd1f1dd" providerId="ADAL" clId="{4578CC14-6DAD-489B-AF16-1125D7F8A148}" dt="2020-04-15T04:15:10.609" v="250"/>
          <ac:spMkLst>
            <pc:docMk/>
            <pc:sldMk cId="2659890596" sldId="262"/>
            <ac:spMk id="6" creationId="{F6D51BFA-A881-494A-9605-EC6E4DF387C7}"/>
          </ac:spMkLst>
        </pc:spChg>
        <pc:spChg chg="add mod">
          <ac:chgData name="CRISTOFHER ANDRES ROJAS ROJAS" userId="ff4a2ee5-b92d-4cf2-97fa-1b800dd1f1dd" providerId="ADAL" clId="{4578CC14-6DAD-489B-AF16-1125D7F8A148}" dt="2020-04-15T04:31:13.923" v="1117" actId="20577"/>
          <ac:spMkLst>
            <pc:docMk/>
            <pc:sldMk cId="2659890596" sldId="262"/>
            <ac:spMk id="7" creationId="{A5E2500C-D187-4F08-8D98-3D33BFEA4C8C}"/>
          </ac:spMkLst>
        </pc:spChg>
        <pc:spChg chg="add">
          <ac:chgData name="CRISTOFHER ANDRES ROJAS ROJAS" userId="ff4a2ee5-b92d-4cf2-97fa-1b800dd1f1dd" providerId="ADAL" clId="{4578CC14-6DAD-489B-AF16-1125D7F8A148}" dt="2020-04-15T04:30:15.177" v="1105"/>
          <ac:spMkLst>
            <pc:docMk/>
            <pc:sldMk cId="2659890596" sldId="262"/>
            <ac:spMk id="8" creationId="{683E8BFC-0054-4F07-9CCE-C745DB417197}"/>
          </ac:spMkLst>
        </pc:spChg>
        <pc:picChg chg="del">
          <ac:chgData name="CRISTOFHER ANDRES ROJAS ROJAS" userId="ff4a2ee5-b92d-4cf2-97fa-1b800dd1f1dd" providerId="ADAL" clId="{4578CC14-6DAD-489B-AF16-1125D7F8A148}" dt="2020-04-15T04:31:19.190" v="1118" actId="478"/>
          <ac:picMkLst>
            <pc:docMk/>
            <pc:sldMk cId="2659890596" sldId="262"/>
            <ac:picMk id="2050" creationId="{EA2EA1A3-8C8E-48F3-B74B-E3391C7938B4}"/>
          </ac:picMkLst>
        </pc:picChg>
      </pc:sldChg>
      <pc:sldChg chg="new del">
        <pc:chgData name="CRISTOFHER ANDRES ROJAS ROJAS" userId="ff4a2ee5-b92d-4cf2-97fa-1b800dd1f1dd" providerId="ADAL" clId="{4578CC14-6DAD-489B-AF16-1125D7F8A148}" dt="2020-04-15T04:13:23.240" v="207" actId="47"/>
        <pc:sldMkLst>
          <pc:docMk/>
          <pc:sldMk cId="3893239548" sldId="263"/>
        </pc:sldMkLst>
      </pc:sldChg>
      <pc:sldChg chg="addSp delSp modSp add delAnim modAnim">
        <pc:chgData name="CRISTOFHER ANDRES ROJAS ROJAS" userId="ff4a2ee5-b92d-4cf2-97fa-1b800dd1f1dd" providerId="ADAL" clId="{4578CC14-6DAD-489B-AF16-1125D7F8A148}" dt="2020-04-15T04:15:24.325" v="253"/>
        <pc:sldMkLst>
          <pc:docMk/>
          <pc:sldMk cId="1702473761" sldId="346"/>
        </pc:sldMkLst>
        <pc:spChg chg="mod">
          <ac:chgData name="CRISTOFHER ANDRES ROJAS ROJAS" userId="ff4a2ee5-b92d-4cf2-97fa-1b800dd1f1dd" providerId="ADAL" clId="{4578CC14-6DAD-489B-AF16-1125D7F8A148}" dt="2020-04-15T04:13:41.646" v="209"/>
          <ac:spMkLst>
            <pc:docMk/>
            <pc:sldMk cId="1702473761" sldId="346"/>
            <ac:spMk id="6" creationId="{00000000-0000-0000-0000-000000000000}"/>
          </ac:spMkLst>
        </pc:spChg>
        <pc:spChg chg="mod">
          <ac:chgData name="CRISTOFHER ANDRES ROJAS ROJAS" userId="ff4a2ee5-b92d-4cf2-97fa-1b800dd1f1dd" providerId="ADAL" clId="{4578CC14-6DAD-489B-AF16-1125D7F8A148}" dt="2020-04-15T04:14:49.433" v="247" actId="14100"/>
          <ac:spMkLst>
            <pc:docMk/>
            <pc:sldMk cId="1702473761" sldId="346"/>
            <ac:spMk id="7" creationId="{00000000-0000-0000-0000-000000000000}"/>
          </ac:spMkLst>
        </pc:spChg>
        <pc:spChg chg="del mod">
          <ac:chgData name="CRISTOFHER ANDRES ROJAS ROJAS" userId="ff4a2ee5-b92d-4cf2-97fa-1b800dd1f1dd" providerId="ADAL" clId="{4578CC14-6DAD-489B-AF16-1125D7F8A148}" dt="2020-04-15T04:13:47.561" v="211" actId="478"/>
          <ac:spMkLst>
            <pc:docMk/>
            <pc:sldMk cId="1702473761" sldId="346"/>
            <ac:spMk id="11" creationId="{ECF0F7E9-AD65-824A-AADF-DE6D17116FFB}"/>
          </ac:spMkLst>
        </pc:spChg>
        <pc:picChg chg="add">
          <ac:chgData name="CRISTOFHER ANDRES ROJAS ROJAS" userId="ff4a2ee5-b92d-4cf2-97fa-1b800dd1f1dd" providerId="ADAL" clId="{4578CC14-6DAD-489B-AF16-1125D7F8A148}" dt="2020-04-15T04:15:24.325" v="253"/>
          <ac:picMkLst>
            <pc:docMk/>
            <pc:sldMk cId="1702473761" sldId="346"/>
            <ac:picMk id="8" creationId="{6C881E53-0394-443D-BA24-2DCFD2138668}"/>
          </ac:picMkLst>
        </pc:picChg>
      </pc:sldChg>
      <pc:sldChg chg="addSp modSp add modAnim">
        <pc:chgData name="CRISTOFHER ANDRES ROJAS ROJAS" userId="ff4a2ee5-b92d-4cf2-97fa-1b800dd1f1dd" providerId="ADAL" clId="{4578CC14-6DAD-489B-AF16-1125D7F8A148}" dt="2020-04-15T04:16:49.886" v="297"/>
        <pc:sldMkLst>
          <pc:docMk/>
          <pc:sldMk cId="1942762564" sldId="347"/>
        </pc:sldMkLst>
        <pc:spChg chg="mod">
          <ac:chgData name="CRISTOFHER ANDRES ROJAS ROJAS" userId="ff4a2ee5-b92d-4cf2-97fa-1b800dd1f1dd" providerId="ADAL" clId="{4578CC14-6DAD-489B-AF16-1125D7F8A148}" dt="2020-04-15T04:16:01.966" v="279" actId="20577"/>
          <ac:spMkLst>
            <pc:docMk/>
            <pc:sldMk cId="1942762564" sldId="347"/>
            <ac:spMk id="7" creationId="{00000000-0000-0000-0000-000000000000}"/>
          </ac:spMkLst>
        </pc:spChg>
        <pc:picChg chg="add">
          <ac:chgData name="CRISTOFHER ANDRES ROJAS ROJAS" userId="ff4a2ee5-b92d-4cf2-97fa-1b800dd1f1dd" providerId="ADAL" clId="{4578CC14-6DAD-489B-AF16-1125D7F8A148}" dt="2020-04-15T04:15:25.827" v="254"/>
          <ac:picMkLst>
            <pc:docMk/>
            <pc:sldMk cId="1942762564" sldId="347"/>
            <ac:picMk id="8" creationId="{5E349BF5-ED26-4D00-9B68-548253104712}"/>
          </ac:picMkLst>
        </pc:picChg>
      </pc:sldChg>
      <pc:sldChg chg="modSp add modAnim">
        <pc:chgData name="CRISTOFHER ANDRES ROJAS ROJAS" userId="ff4a2ee5-b92d-4cf2-97fa-1b800dd1f1dd" providerId="ADAL" clId="{4578CC14-6DAD-489B-AF16-1125D7F8A148}" dt="2020-04-15T04:18:58.616" v="470"/>
        <pc:sldMkLst>
          <pc:docMk/>
          <pc:sldMk cId="1444201569" sldId="348"/>
        </pc:sldMkLst>
        <pc:spChg chg="mod">
          <ac:chgData name="CRISTOFHER ANDRES ROJAS ROJAS" userId="ff4a2ee5-b92d-4cf2-97fa-1b800dd1f1dd" providerId="ADAL" clId="{4578CC14-6DAD-489B-AF16-1125D7F8A148}" dt="2020-04-15T04:16:16.507" v="291" actId="20577"/>
          <ac:spMkLst>
            <pc:docMk/>
            <pc:sldMk cId="1444201569" sldId="348"/>
            <ac:spMk id="6" creationId="{00000000-0000-0000-0000-000000000000}"/>
          </ac:spMkLst>
        </pc:spChg>
        <pc:spChg chg="mod">
          <ac:chgData name="CRISTOFHER ANDRES ROJAS ROJAS" userId="ff4a2ee5-b92d-4cf2-97fa-1b800dd1f1dd" providerId="ADAL" clId="{4578CC14-6DAD-489B-AF16-1125D7F8A148}" dt="2020-04-15T04:18:47.846" v="469" actId="20577"/>
          <ac:spMkLst>
            <pc:docMk/>
            <pc:sldMk cId="1444201569" sldId="348"/>
            <ac:spMk id="7" creationId="{00000000-0000-0000-0000-000000000000}"/>
          </ac:spMkLst>
        </pc:spChg>
      </pc:sldChg>
      <pc:sldChg chg="modSp add modAnim">
        <pc:chgData name="CRISTOFHER ANDRES ROJAS ROJAS" userId="ff4a2ee5-b92d-4cf2-97fa-1b800dd1f1dd" providerId="ADAL" clId="{4578CC14-6DAD-489B-AF16-1125D7F8A148}" dt="2020-04-15T04:20:09.457" v="609" actId="20577"/>
        <pc:sldMkLst>
          <pc:docMk/>
          <pc:sldMk cId="3873343043" sldId="349"/>
        </pc:sldMkLst>
        <pc:spChg chg="mod">
          <ac:chgData name="CRISTOFHER ANDRES ROJAS ROJAS" userId="ff4a2ee5-b92d-4cf2-97fa-1b800dd1f1dd" providerId="ADAL" clId="{4578CC14-6DAD-489B-AF16-1125D7F8A148}" dt="2020-04-15T04:19:04.949" v="473" actId="20577"/>
          <ac:spMkLst>
            <pc:docMk/>
            <pc:sldMk cId="3873343043" sldId="349"/>
            <ac:spMk id="6" creationId="{00000000-0000-0000-0000-000000000000}"/>
          </ac:spMkLst>
        </pc:spChg>
        <pc:spChg chg="mod">
          <ac:chgData name="CRISTOFHER ANDRES ROJAS ROJAS" userId="ff4a2ee5-b92d-4cf2-97fa-1b800dd1f1dd" providerId="ADAL" clId="{4578CC14-6DAD-489B-AF16-1125D7F8A148}" dt="2020-04-15T04:20:09.457" v="609" actId="20577"/>
          <ac:spMkLst>
            <pc:docMk/>
            <pc:sldMk cId="3873343043" sldId="349"/>
            <ac:spMk id="7" creationId="{00000000-0000-0000-0000-000000000000}"/>
          </ac:spMkLst>
        </pc:spChg>
      </pc:sldChg>
      <pc:sldChg chg="new del">
        <pc:chgData name="CRISTOFHER ANDRES ROJAS ROJAS" userId="ff4a2ee5-b92d-4cf2-97fa-1b800dd1f1dd" providerId="ADAL" clId="{4578CC14-6DAD-489B-AF16-1125D7F8A148}" dt="2020-04-15T04:20:13.617" v="611" actId="680"/>
        <pc:sldMkLst>
          <pc:docMk/>
          <pc:sldMk cId="909507210" sldId="350"/>
        </pc:sldMkLst>
      </pc:sldChg>
      <pc:sldChg chg="modSp add modAnim">
        <pc:chgData name="CRISTOFHER ANDRES ROJAS ROJAS" userId="ff4a2ee5-b92d-4cf2-97fa-1b800dd1f1dd" providerId="ADAL" clId="{4578CC14-6DAD-489B-AF16-1125D7F8A148}" dt="2020-04-15T21:53:48.874" v="1229" actId="20577"/>
        <pc:sldMkLst>
          <pc:docMk/>
          <pc:sldMk cId="2108958779" sldId="350"/>
        </pc:sldMkLst>
        <pc:spChg chg="mod">
          <ac:chgData name="CRISTOFHER ANDRES ROJAS ROJAS" userId="ff4a2ee5-b92d-4cf2-97fa-1b800dd1f1dd" providerId="ADAL" clId="{4578CC14-6DAD-489B-AF16-1125D7F8A148}" dt="2020-04-15T04:23:17.050" v="1028" actId="20577"/>
          <ac:spMkLst>
            <pc:docMk/>
            <pc:sldMk cId="2108958779" sldId="350"/>
            <ac:spMk id="6" creationId="{00000000-0000-0000-0000-000000000000}"/>
          </ac:spMkLst>
        </pc:spChg>
        <pc:spChg chg="mod">
          <ac:chgData name="CRISTOFHER ANDRES ROJAS ROJAS" userId="ff4a2ee5-b92d-4cf2-97fa-1b800dd1f1dd" providerId="ADAL" clId="{4578CC14-6DAD-489B-AF16-1125D7F8A148}" dt="2020-04-15T21:53:48.874" v="1229" actId="20577"/>
          <ac:spMkLst>
            <pc:docMk/>
            <pc:sldMk cId="2108958779" sldId="350"/>
            <ac:spMk id="7" creationId="{00000000-0000-0000-0000-000000000000}"/>
          </ac:spMkLst>
        </pc:spChg>
      </pc:sldChg>
      <pc:sldChg chg="modSp add modAnim">
        <pc:chgData name="CRISTOFHER ANDRES ROJAS ROJAS" userId="ff4a2ee5-b92d-4cf2-97fa-1b800dd1f1dd" providerId="ADAL" clId="{4578CC14-6DAD-489B-AF16-1125D7F8A148}" dt="2020-04-15T21:53:23.391" v="1194" actId="13926"/>
        <pc:sldMkLst>
          <pc:docMk/>
          <pc:sldMk cId="3196129465" sldId="351"/>
        </pc:sldMkLst>
        <pc:spChg chg="mod">
          <ac:chgData name="CRISTOFHER ANDRES ROJAS ROJAS" userId="ff4a2ee5-b92d-4cf2-97fa-1b800dd1f1dd" providerId="ADAL" clId="{4578CC14-6DAD-489B-AF16-1125D7F8A148}" dt="2020-04-15T04:23:26.668" v="1034" actId="20577"/>
          <ac:spMkLst>
            <pc:docMk/>
            <pc:sldMk cId="3196129465" sldId="351"/>
            <ac:spMk id="6" creationId="{00000000-0000-0000-0000-000000000000}"/>
          </ac:spMkLst>
        </pc:spChg>
        <pc:spChg chg="mod">
          <ac:chgData name="CRISTOFHER ANDRES ROJAS ROJAS" userId="ff4a2ee5-b92d-4cf2-97fa-1b800dd1f1dd" providerId="ADAL" clId="{4578CC14-6DAD-489B-AF16-1125D7F8A148}" dt="2020-04-15T21:53:23.391" v="1194" actId="13926"/>
          <ac:spMkLst>
            <pc:docMk/>
            <pc:sldMk cId="3196129465" sldId="351"/>
            <ac:spMk id="7" creationId="{00000000-0000-0000-0000-000000000000}"/>
          </ac:spMkLst>
        </pc:spChg>
      </pc:sldChg>
      <pc:sldChg chg="modSp add">
        <pc:chgData name="CRISTOFHER ANDRES ROJAS ROJAS" userId="ff4a2ee5-b92d-4cf2-97fa-1b800dd1f1dd" providerId="ADAL" clId="{4578CC14-6DAD-489B-AF16-1125D7F8A148}" dt="2020-04-15T21:53:20.465" v="1193" actId="13926"/>
        <pc:sldMkLst>
          <pc:docMk/>
          <pc:sldMk cId="736109266" sldId="352"/>
        </pc:sldMkLst>
        <pc:spChg chg="mod">
          <ac:chgData name="CRISTOFHER ANDRES ROJAS ROJAS" userId="ff4a2ee5-b92d-4cf2-97fa-1b800dd1f1dd" providerId="ADAL" clId="{4578CC14-6DAD-489B-AF16-1125D7F8A148}" dt="2020-04-15T21:53:20.465" v="1193" actId="13926"/>
          <ac:spMkLst>
            <pc:docMk/>
            <pc:sldMk cId="736109266" sldId="352"/>
            <ac:spMk id="7" creationId="{00000000-0000-0000-0000-000000000000}"/>
          </ac:spMkLst>
        </pc:spChg>
      </pc:sldChg>
      <pc:sldChg chg="add del">
        <pc:chgData name="CRISTOFHER ANDRES ROJAS ROJAS" userId="ff4a2ee5-b92d-4cf2-97fa-1b800dd1f1dd" providerId="ADAL" clId="{4578CC14-6DAD-489B-AF16-1125D7F8A148}" dt="2020-04-15T04:38:00.811" v="1192" actId="47"/>
        <pc:sldMkLst>
          <pc:docMk/>
          <pc:sldMk cId="2583594277" sldId="353"/>
        </pc:sldMkLst>
      </pc:sldChg>
      <pc:sldChg chg="new del">
        <pc:chgData name="CRISTOFHER ANDRES ROJAS ROJAS" userId="ff4a2ee5-b92d-4cf2-97fa-1b800dd1f1dd" providerId="ADAL" clId="{4578CC14-6DAD-489B-AF16-1125D7F8A148}" dt="2020-04-15T04:24:47.406" v="1082" actId="680"/>
        <pc:sldMkLst>
          <pc:docMk/>
          <pc:sldMk cId="2702834430" sldId="353"/>
        </pc:sldMkLst>
      </pc:sldChg>
      <pc:sldChg chg="new del">
        <pc:chgData name="CRISTOFHER ANDRES ROJAS ROJAS" userId="ff4a2ee5-b92d-4cf2-97fa-1b800dd1f1dd" providerId="ADAL" clId="{4578CC14-6DAD-489B-AF16-1125D7F8A148}" dt="2020-04-15T04:25:22.445" v="1086" actId="47"/>
        <pc:sldMkLst>
          <pc:docMk/>
          <pc:sldMk cId="3521599848" sldId="354"/>
        </pc:sldMkLst>
      </pc:sldChg>
      <pc:sldChg chg="addSp modSp add setBg modAnim">
        <pc:chgData name="CRISTOFHER ANDRES ROJAS ROJAS" userId="ff4a2ee5-b92d-4cf2-97fa-1b800dd1f1dd" providerId="ADAL" clId="{4578CC14-6DAD-489B-AF16-1125D7F8A148}" dt="2020-04-15T04:25:59.993" v="1091" actId="20577"/>
        <pc:sldMkLst>
          <pc:docMk/>
          <pc:sldMk cId="2010018448" sldId="374"/>
        </pc:sldMkLst>
        <pc:spChg chg="mod">
          <ac:chgData name="CRISTOFHER ANDRES ROJAS ROJAS" userId="ff4a2ee5-b92d-4cf2-97fa-1b800dd1f1dd" providerId="ADAL" clId="{4578CC14-6DAD-489B-AF16-1125D7F8A148}" dt="2020-04-15T04:25:59.993" v="1091" actId="20577"/>
          <ac:spMkLst>
            <pc:docMk/>
            <pc:sldMk cId="2010018448" sldId="374"/>
            <ac:spMk id="10" creationId="{C1287916-9F87-E541-93BB-A3CA78185987}"/>
          </ac:spMkLst>
        </pc:spChg>
        <pc:picChg chg="add">
          <ac:chgData name="CRISTOFHER ANDRES ROJAS ROJAS" userId="ff4a2ee5-b92d-4cf2-97fa-1b800dd1f1dd" providerId="ADAL" clId="{4578CC14-6DAD-489B-AF16-1125D7F8A148}" dt="2020-04-15T04:25:35.192" v="1088"/>
          <ac:picMkLst>
            <pc:docMk/>
            <pc:sldMk cId="2010018448" sldId="374"/>
            <ac:picMk id="7" creationId="{2DA9AD06-6661-4ED3-B11D-65DB91FEA491}"/>
          </ac:picMkLst>
        </pc:picChg>
      </pc:sldChg>
      <pc:sldChg chg="add">
        <pc:chgData name="CRISTOFHER ANDRES ROJAS ROJAS" userId="ff4a2ee5-b92d-4cf2-97fa-1b800dd1f1dd" providerId="ADAL" clId="{4578CC14-6DAD-489B-AF16-1125D7F8A148}" dt="2020-04-15T04:26:10.430" v="1092"/>
        <pc:sldMkLst>
          <pc:docMk/>
          <pc:sldMk cId="2452545310" sldId="375"/>
        </pc:sldMkLst>
      </pc:sldChg>
    </pc:docChg>
  </pc:docChgLst>
  <pc:docChgLst>
    <pc:chgData name="Carlos Castro Bustamante" userId="6a1eae72-c265-4fa1-8efa-3defc8ba2bc8" providerId="ADAL" clId="{E21C2543-B8A2-429C-BABE-4BBC94BD19A6}"/>
    <pc:docChg chg="custSel modSld">
      <pc:chgData name="Carlos Castro Bustamante" userId="6a1eae72-c265-4fa1-8efa-3defc8ba2bc8" providerId="ADAL" clId="{E21C2543-B8A2-429C-BABE-4BBC94BD19A6}" dt="2024-09-10T12:07:29.802" v="18" actId="20577"/>
      <pc:docMkLst>
        <pc:docMk/>
      </pc:docMkLst>
      <pc:sldChg chg="modSp mod">
        <pc:chgData name="Carlos Castro Bustamante" userId="6a1eae72-c265-4fa1-8efa-3defc8ba2bc8" providerId="ADAL" clId="{E21C2543-B8A2-429C-BABE-4BBC94BD19A6}" dt="2024-09-10T12:07:29.802" v="18" actId="20577"/>
        <pc:sldMkLst>
          <pc:docMk/>
          <pc:sldMk cId="2665792100" sldId="518"/>
        </pc:sldMkLst>
        <pc:spChg chg="mod">
          <ac:chgData name="Carlos Castro Bustamante" userId="6a1eae72-c265-4fa1-8efa-3defc8ba2bc8" providerId="ADAL" clId="{E21C2543-B8A2-429C-BABE-4BBC94BD19A6}" dt="2024-09-10T12:07:29.802" v="18" actId="20577"/>
          <ac:spMkLst>
            <pc:docMk/>
            <pc:sldMk cId="2665792100" sldId="518"/>
            <ac:spMk id="2" creationId="{00000000-0000-0000-0000-00000000000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834C07-C3D3-4DD4-A8FB-D5407FEA2847}" type="doc">
      <dgm:prSet loTypeId="urn:microsoft.com/office/officeart/2005/8/layout/pyramid4" loCatId="relationship" qsTypeId="urn:microsoft.com/office/officeart/2005/8/quickstyle/simple1" qsCatId="simple" csTypeId="urn:microsoft.com/office/officeart/2005/8/colors/accent1_2" csCatId="accent1" phldr="1"/>
      <dgm:spPr/>
      <dgm:t>
        <a:bodyPr/>
        <a:lstStyle/>
        <a:p>
          <a:endParaRPr lang="es-ES"/>
        </a:p>
      </dgm:t>
    </dgm:pt>
    <dgm:pt modelId="{E1C6BF28-5BAD-4063-8100-3A520D6D8D4C}">
      <dgm:prSet phldrT="[Texto]"/>
      <dgm:spPr/>
      <dgm:t>
        <a:bodyPr/>
        <a:lstStyle/>
        <a:p>
          <a:r>
            <a:rPr lang="es-ES" dirty="0"/>
            <a:t>Disponibilidad</a:t>
          </a:r>
        </a:p>
      </dgm:t>
    </dgm:pt>
    <dgm:pt modelId="{A4539A3C-439B-426A-A266-65F778F34344}" type="parTrans" cxnId="{A256DA74-11C0-4FD7-A73A-0A5BBAF830F6}">
      <dgm:prSet/>
      <dgm:spPr/>
      <dgm:t>
        <a:bodyPr/>
        <a:lstStyle/>
        <a:p>
          <a:endParaRPr lang="es-ES"/>
        </a:p>
      </dgm:t>
    </dgm:pt>
    <dgm:pt modelId="{94660D13-A057-4258-BF7E-356BEC9B128B}" type="sibTrans" cxnId="{A256DA74-11C0-4FD7-A73A-0A5BBAF830F6}">
      <dgm:prSet/>
      <dgm:spPr/>
      <dgm:t>
        <a:bodyPr/>
        <a:lstStyle/>
        <a:p>
          <a:endParaRPr lang="es-ES"/>
        </a:p>
      </dgm:t>
    </dgm:pt>
    <dgm:pt modelId="{9D119626-93F8-4617-9345-B21C48D1762A}">
      <dgm:prSet phldrT="[Texto]"/>
      <dgm:spPr/>
      <dgm:t>
        <a:bodyPr/>
        <a:lstStyle/>
        <a:p>
          <a:r>
            <a:rPr lang="es-ES" dirty="0"/>
            <a:t>Integridad</a:t>
          </a:r>
        </a:p>
      </dgm:t>
    </dgm:pt>
    <dgm:pt modelId="{A60583F2-9035-44D2-945F-66CD5D67AAEC}" type="parTrans" cxnId="{1CD7B8A7-02BC-49A1-ABA5-239DF290D227}">
      <dgm:prSet/>
      <dgm:spPr/>
      <dgm:t>
        <a:bodyPr/>
        <a:lstStyle/>
        <a:p>
          <a:endParaRPr lang="es-ES"/>
        </a:p>
      </dgm:t>
    </dgm:pt>
    <dgm:pt modelId="{758E03F8-30C8-4D96-9C10-13EFCC879321}" type="sibTrans" cxnId="{1CD7B8A7-02BC-49A1-ABA5-239DF290D227}">
      <dgm:prSet/>
      <dgm:spPr/>
      <dgm:t>
        <a:bodyPr/>
        <a:lstStyle/>
        <a:p>
          <a:endParaRPr lang="es-ES"/>
        </a:p>
      </dgm:t>
    </dgm:pt>
    <dgm:pt modelId="{40FBADDC-E034-4EE3-8EEF-C2E09A925C66}">
      <dgm:prSet phldrT="[Texto]"/>
      <dgm:spPr/>
      <dgm:t>
        <a:bodyPr/>
        <a:lstStyle/>
        <a:p>
          <a:r>
            <a:rPr lang="es-ES" b="1" dirty="0"/>
            <a:t>Seguridad</a:t>
          </a:r>
        </a:p>
      </dgm:t>
    </dgm:pt>
    <dgm:pt modelId="{4B515422-FFB6-4C3D-8962-23FEC0AA85EB}" type="parTrans" cxnId="{F5386AEB-9945-4FA6-AFBA-0C56A16A364B}">
      <dgm:prSet/>
      <dgm:spPr/>
      <dgm:t>
        <a:bodyPr/>
        <a:lstStyle/>
        <a:p>
          <a:endParaRPr lang="es-ES"/>
        </a:p>
      </dgm:t>
    </dgm:pt>
    <dgm:pt modelId="{32B156A7-4A00-4F92-990A-E466823BC742}" type="sibTrans" cxnId="{F5386AEB-9945-4FA6-AFBA-0C56A16A364B}">
      <dgm:prSet/>
      <dgm:spPr/>
      <dgm:t>
        <a:bodyPr/>
        <a:lstStyle/>
        <a:p>
          <a:endParaRPr lang="es-ES"/>
        </a:p>
      </dgm:t>
    </dgm:pt>
    <dgm:pt modelId="{7643D658-9558-4F69-96F3-7BC9980F192F}">
      <dgm:prSet phldrT="[Texto]"/>
      <dgm:spPr/>
      <dgm:t>
        <a:bodyPr/>
        <a:lstStyle/>
        <a:p>
          <a:r>
            <a:rPr lang="es-ES" dirty="0"/>
            <a:t>Confidencialidad</a:t>
          </a:r>
        </a:p>
      </dgm:t>
    </dgm:pt>
    <dgm:pt modelId="{AB1351B6-0766-4D6A-9E6D-E9FF93D1C1E2}" type="parTrans" cxnId="{33704D1F-E8C3-4382-8C46-BC7AE303B096}">
      <dgm:prSet/>
      <dgm:spPr/>
      <dgm:t>
        <a:bodyPr/>
        <a:lstStyle/>
        <a:p>
          <a:endParaRPr lang="es-ES"/>
        </a:p>
      </dgm:t>
    </dgm:pt>
    <dgm:pt modelId="{155D9F5B-6968-4AF8-9A7B-6D849C135D56}" type="sibTrans" cxnId="{33704D1F-E8C3-4382-8C46-BC7AE303B096}">
      <dgm:prSet/>
      <dgm:spPr/>
      <dgm:t>
        <a:bodyPr/>
        <a:lstStyle/>
        <a:p>
          <a:endParaRPr lang="es-ES"/>
        </a:p>
      </dgm:t>
    </dgm:pt>
    <dgm:pt modelId="{56AA5CC6-CE1A-413D-9964-D7181E29328A}" type="pres">
      <dgm:prSet presAssocID="{D2834C07-C3D3-4DD4-A8FB-D5407FEA2847}" presName="compositeShape" presStyleCnt="0">
        <dgm:presLayoutVars>
          <dgm:chMax val="9"/>
          <dgm:dir/>
          <dgm:resizeHandles val="exact"/>
        </dgm:presLayoutVars>
      </dgm:prSet>
      <dgm:spPr/>
    </dgm:pt>
    <dgm:pt modelId="{0CE50E1C-2984-48C9-ACF1-C45C868E8CE0}" type="pres">
      <dgm:prSet presAssocID="{D2834C07-C3D3-4DD4-A8FB-D5407FEA2847}" presName="triangle1" presStyleLbl="node1" presStyleIdx="0" presStyleCnt="4">
        <dgm:presLayoutVars>
          <dgm:bulletEnabled val="1"/>
        </dgm:presLayoutVars>
      </dgm:prSet>
      <dgm:spPr/>
    </dgm:pt>
    <dgm:pt modelId="{459A312C-1392-454C-9904-ECD2FDCEEC6A}" type="pres">
      <dgm:prSet presAssocID="{D2834C07-C3D3-4DD4-A8FB-D5407FEA2847}" presName="triangle2" presStyleLbl="node1" presStyleIdx="1" presStyleCnt="4">
        <dgm:presLayoutVars>
          <dgm:bulletEnabled val="1"/>
        </dgm:presLayoutVars>
      </dgm:prSet>
      <dgm:spPr/>
    </dgm:pt>
    <dgm:pt modelId="{B5F84F7D-BBE2-4644-9C88-CAA42B201241}" type="pres">
      <dgm:prSet presAssocID="{D2834C07-C3D3-4DD4-A8FB-D5407FEA2847}" presName="triangle3" presStyleLbl="node1" presStyleIdx="2" presStyleCnt="4">
        <dgm:presLayoutVars>
          <dgm:bulletEnabled val="1"/>
        </dgm:presLayoutVars>
      </dgm:prSet>
      <dgm:spPr/>
    </dgm:pt>
    <dgm:pt modelId="{BCF20616-C0DA-433C-A2CF-297651F536DC}" type="pres">
      <dgm:prSet presAssocID="{D2834C07-C3D3-4DD4-A8FB-D5407FEA2847}" presName="triangle4" presStyleLbl="node1" presStyleIdx="3" presStyleCnt="4">
        <dgm:presLayoutVars>
          <dgm:bulletEnabled val="1"/>
        </dgm:presLayoutVars>
      </dgm:prSet>
      <dgm:spPr/>
    </dgm:pt>
  </dgm:ptLst>
  <dgm:cxnLst>
    <dgm:cxn modelId="{33704D1F-E8C3-4382-8C46-BC7AE303B096}" srcId="{D2834C07-C3D3-4DD4-A8FB-D5407FEA2847}" destId="{7643D658-9558-4F69-96F3-7BC9980F192F}" srcOrd="3" destOrd="0" parTransId="{AB1351B6-0766-4D6A-9E6D-E9FF93D1C1E2}" sibTransId="{155D9F5B-6968-4AF8-9A7B-6D849C135D56}"/>
    <dgm:cxn modelId="{65893030-3295-4142-AD15-3378B623003F}" type="presOf" srcId="{7643D658-9558-4F69-96F3-7BC9980F192F}" destId="{BCF20616-C0DA-433C-A2CF-297651F536DC}" srcOrd="0" destOrd="0" presId="urn:microsoft.com/office/officeart/2005/8/layout/pyramid4"/>
    <dgm:cxn modelId="{A4C52C47-DB71-4D69-B0F3-E4FDB0FA05A0}" type="presOf" srcId="{40FBADDC-E034-4EE3-8EEF-C2E09A925C66}" destId="{B5F84F7D-BBE2-4644-9C88-CAA42B201241}" srcOrd="0" destOrd="0" presId="urn:microsoft.com/office/officeart/2005/8/layout/pyramid4"/>
    <dgm:cxn modelId="{A256DA74-11C0-4FD7-A73A-0A5BBAF830F6}" srcId="{D2834C07-C3D3-4DD4-A8FB-D5407FEA2847}" destId="{E1C6BF28-5BAD-4063-8100-3A520D6D8D4C}" srcOrd="0" destOrd="0" parTransId="{A4539A3C-439B-426A-A266-65F778F34344}" sibTransId="{94660D13-A057-4258-BF7E-356BEC9B128B}"/>
    <dgm:cxn modelId="{807E9357-C15C-45F4-A067-429E856F702E}" type="presOf" srcId="{D2834C07-C3D3-4DD4-A8FB-D5407FEA2847}" destId="{56AA5CC6-CE1A-413D-9964-D7181E29328A}" srcOrd="0" destOrd="0" presId="urn:microsoft.com/office/officeart/2005/8/layout/pyramid4"/>
    <dgm:cxn modelId="{A79D758D-A96A-4697-89D5-7252E3119AE8}" type="presOf" srcId="{9D119626-93F8-4617-9345-B21C48D1762A}" destId="{459A312C-1392-454C-9904-ECD2FDCEEC6A}" srcOrd="0" destOrd="0" presId="urn:microsoft.com/office/officeart/2005/8/layout/pyramid4"/>
    <dgm:cxn modelId="{1CD7B8A7-02BC-49A1-ABA5-239DF290D227}" srcId="{D2834C07-C3D3-4DD4-A8FB-D5407FEA2847}" destId="{9D119626-93F8-4617-9345-B21C48D1762A}" srcOrd="1" destOrd="0" parTransId="{A60583F2-9035-44D2-945F-66CD5D67AAEC}" sibTransId="{758E03F8-30C8-4D96-9C10-13EFCC879321}"/>
    <dgm:cxn modelId="{EB5AE8B5-EB28-4DE7-8F4E-899EF7F4DF23}" type="presOf" srcId="{E1C6BF28-5BAD-4063-8100-3A520D6D8D4C}" destId="{0CE50E1C-2984-48C9-ACF1-C45C868E8CE0}" srcOrd="0" destOrd="0" presId="urn:microsoft.com/office/officeart/2005/8/layout/pyramid4"/>
    <dgm:cxn modelId="{F5386AEB-9945-4FA6-AFBA-0C56A16A364B}" srcId="{D2834C07-C3D3-4DD4-A8FB-D5407FEA2847}" destId="{40FBADDC-E034-4EE3-8EEF-C2E09A925C66}" srcOrd="2" destOrd="0" parTransId="{4B515422-FFB6-4C3D-8962-23FEC0AA85EB}" sibTransId="{32B156A7-4A00-4F92-990A-E466823BC742}"/>
    <dgm:cxn modelId="{6109A7B0-B8ED-4F90-9F1B-C156FF0AB35B}" type="presParOf" srcId="{56AA5CC6-CE1A-413D-9964-D7181E29328A}" destId="{0CE50E1C-2984-48C9-ACF1-C45C868E8CE0}" srcOrd="0" destOrd="0" presId="urn:microsoft.com/office/officeart/2005/8/layout/pyramid4"/>
    <dgm:cxn modelId="{F1DC312E-9385-4849-A50C-9208B87F72B6}" type="presParOf" srcId="{56AA5CC6-CE1A-413D-9964-D7181E29328A}" destId="{459A312C-1392-454C-9904-ECD2FDCEEC6A}" srcOrd="1" destOrd="0" presId="urn:microsoft.com/office/officeart/2005/8/layout/pyramid4"/>
    <dgm:cxn modelId="{722244E2-5735-4151-B45F-547E90C876B2}" type="presParOf" srcId="{56AA5CC6-CE1A-413D-9964-D7181E29328A}" destId="{B5F84F7D-BBE2-4644-9C88-CAA42B201241}" srcOrd="2" destOrd="0" presId="urn:microsoft.com/office/officeart/2005/8/layout/pyramid4"/>
    <dgm:cxn modelId="{4D53F26F-786C-4C09-9357-ECFEC56BB2BE}" type="presParOf" srcId="{56AA5CC6-CE1A-413D-9964-D7181E29328A}" destId="{BCF20616-C0DA-433C-A2CF-297651F536DC}" srcOrd="3" destOrd="0" presId="urn:microsoft.com/office/officeart/2005/8/layout/pyramid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E50E1C-2984-48C9-ACF1-C45C868E8CE0}">
      <dsp:nvSpPr>
        <dsp:cNvPr id="0" name=""/>
        <dsp:cNvSpPr/>
      </dsp:nvSpPr>
      <dsp:spPr>
        <a:xfrm>
          <a:off x="2830609" y="0"/>
          <a:ext cx="2708330" cy="2708330"/>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Disponibilidad</a:t>
          </a:r>
        </a:p>
      </dsp:txBody>
      <dsp:txXfrm>
        <a:off x="3507692" y="1354165"/>
        <a:ext cx="1354165" cy="1354165"/>
      </dsp:txXfrm>
    </dsp:sp>
    <dsp:sp modelId="{459A312C-1392-454C-9904-ECD2FDCEEC6A}">
      <dsp:nvSpPr>
        <dsp:cNvPr id="0" name=""/>
        <dsp:cNvSpPr/>
      </dsp:nvSpPr>
      <dsp:spPr>
        <a:xfrm>
          <a:off x="1476443" y="2708330"/>
          <a:ext cx="2708330" cy="2708330"/>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Integridad</a:t>
          </a:r>
        </a:p>
      </dsp:txBody>
      <dsp:txXfrm>
        <a:off x="2153526" y="4062495"/>
        <a:ext cx="1354165" cy="1354165"/>
      </dsp:txXfrm>
    </dsp:sp>
    <dsp:sp modelId="{B5F84F7D-BBE2-4644-9C88-CAA42B201241}">
      <dsp:nvSpPr>
        <dsp:cNvPr id="0" name=""/>
        <dsp:cNvSpPr/>
      </dsp:nvSpPr>
      <dsp:spPr>
        <a:xfrm rot="10800000">
          <a:off x="2830609" y="2708330"/>
          <a:ext cx="2708330" cy="2708330"/>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b="1" kern="1200" dirty="0"/>
            <a:t>Seguridad</a:t>
          </a:r>
        </a:p>
      </dsp:txBody>
      <dsp:txXfrm rot="10800000">
        <a:off x="3507691" y="2708330"/>
        <a:ext cx="1354165" cy="1354165"/>
      </dsp:txXfrm>
    </dsp:sp>
    <dsp:sp modelId="{BCF20616-C0DA-433C-A2CF-297651F536DC}">
      <dsp:nvSpPr>
        <dsp:cNvPr id="0" name=""/>
        <dsp:cNvSpPr/>
      </dsp:nvSpPr>
      <dsp:spPr>
        <a:xfrm>
          <a:off x="4184774" y="2708330"/>
          <a:ext cx="2708330" cy="2708330"/>
        </a:xfrm>
        <a:prstGeom prst="triangl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s-ES" sz="1400" kern="1200" dirty="0"/>
            <a:t>Confidencialidad</a:t>
          </a:r>
        </a:p>
      </dsp:txBody>
      <dsp:txXfrm>
        <a:off x="4861857" y="4062495"/>
        <a:ext cx="1354165" cy="1354165"/>
      </dsp:txXfrm>
    </dsp:sp>
  </dsp:spTree>
</dsp:drawing>
</file>

<file path=ppt/diagrams/layout1.xml><?xml version="1.0" encoding="utf-8"?>
<dgm:layoutDef xmlns:dgm="http://schemas.openxmlformats.org/drawingml/2006/diagram" xmlns:a="http://schemas.openxmlformats.org/drawingml/2006/main" uniqueId="urn:microsoft.com/office/officeart/2005/8/layout/pyramid4">
  <dgm:title val=""/>
  <dgm:desc val=""/>
  <dgm:catLst>
    <dgm:cat type="pyramid" pri="4000"/>
    <dgm:cat type="relationship" pri="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useDef="1">
    <dgm:dataModel>
      <dgm:ptLst/>
      <dgm:bg/>
      <dgm:whole/>
    </dgm:dataModel>
  </dgm:styleData>
  <dgm:clrData useDef="1">
    <dgm:dataModel>
      <dgm:ptLst/>
      <dgm:bg/>
      <dgm:whole/>
    </dgm:dataModel>
  </dgm:clrData>
  <dgm:layoutNode name="compositeShape">
    <dgm:varLst>
      <dgm:chMax val="9"/>
      <dgm:dir/>
      <dgm:resizeHandles val="exact"/>
    </dgm:varLst>
    <dgm:alg type="composite">
      <dgm:param type="ar" val="1"/>
    </dgm:alg>
    <dgm:shape xmlns:r="http://schemas.openxmlformats.org/officeDocument/2006/relationships" r:blip="">
      <dgm:adjLst/>
    </dgm:shape>
    <dgm:presOf/>
    <dgm:choose name="Name0">
      <dgm:if name="Name1" axis="ch" ptType="node" func="cnt" op="lte" val="4">
        <dgm:choose name="Name2">
          <dgm:if name="Name3" axis="ch" ptType="node" func="cnt" op="equ" val="1">
            <dgm:constrLst>
              <dgm:constr type="primFontSz" for="ch" ptType="node" op="equ" val="65"/>
              <dgm:constr type="t" for="ch" forName="triangle1"/>
              <dgm:constr type="l" for="ch" forName="triangle1"/>
              <dgm:constr type="h" for="ch" forName="triangle1" refType="h"/>
              <dgm:constr type="w" for="ch" forName="triangle1" refType="h"/>
            </dgm:constrLst>
          </dgm:if>
          <dgm:else name="Name4">
            <dgm:constrLst>
              <dgm:constr type="primFontSz" for="ch" ptType="node" op="equ" val="65"/>
              <dgm:constr type="t" for="ch" forName="triangle1"/>
              <dgm:constr type="l" for="ch" forName="triangle1" refType="h" fact="0.25"/>
              <dgm:constr type="h" for="ch" forName="triangle1" refType="h" fact="0.5"/>
              <dgm:constr type="w" for="ch" forName="triangle1" refType="h" fact="0.5"/>
              <dgm:constr type="t" for="ch" forName="triangle2" refType="h" fact="0.5"/>
              <dgm:constr type="l" for="ch" forName="triangle2"/>
              <dgm:constr type="h" for="ch" forName="triangle2" refType="h" fact="0.5"/>
              <dgm:constr type="w" for="ch" forName="triangle2" refType="h" fact="0.5"/>
              <dgm:constr type="t" for="ch" forName="triangle3" refType="h" fact="0.5"/>
              <dgm:constr type="l" for="ch" forName="triangle3" refType="h" fact="0.25"/>
              <dgm:constr type="h" for="ch" forName="triangle3" refType="h" fact="0.5"/>
              <dgm:constr type="w" for="ch" forName="triangle3" refType="h" fact="0.5"/>
              <dgm:constr type="t" for="ch" forName="triangle4" refType="h" fact="0.5"/>
              <dgm:constr type="l" for="ch" forName="triangle4" refType="h" fact="0.5"/>
              <dgm:constr type="h" for="ch" forName="triangle4" refType="h" fact="0.5"/>
              <dgm:constr type="w" for="ch" forName="triangle4" refType="h" fact="0.5"/>
            </dgm:constrLst>
          </dgm:else>
        </dgm:choose>
      </dgm:if>
      <dgm:else name="Name5">
        <dgm:constrLst>
          <dgm:constr type="primFontSz" for="ch" ptType="node" op="equ" val="65"/>
          <dgm:constr type="t" for="ch" forName="triangle1"/>
          <dgm:constr type="l" for="ch" forName="triangle1" refType="h" fact="0.33"/>
          <dgm:constr type="h" for="ch" forName="triangle1" refType="h" fact="0.33"/>
          <dgm:constr type="w" for="ch" forName="triangle1" refType="h" fact="0.33"/>
          <dgm:constr type="t" for="ch" forName="triangle2" refType="h" fact="0.33"/>
          <dgm:constr type="l" for="ch" forName="triangle2" refType="h" fact="0.165"/>
          <dgm:constr type="h" for="ch" forName="triangle2" refType="h" fact="0.33"/>
          <dgm:constr type="w" for="ch" forName="triangle2" refType="h" fact="0.33"/>
          <dgm:constr type="t" for="ch" forName="triangle3" refType="h" fact="0.33"/>
          <dgm:constr type="l" for="ch" forName="triangle3" refType="h" fact="0.33"/>
          <dgm:constr type="h" for="ch" forName="triangle3" refType="h" fact="0.33"/>
          <dgm:constr type="w" for="ch" forName="triangle3" refType="h" fact="0.33"/>
          <dgm:constr type="t" for="ch" forName="triangle4" refType="h" fact="0.33"/>
          <dgm:constr type="l" for="ch" forName="triangle4" refType="h" fact="0.495"/>
          <dgm:constr type="h" for="ch" forName="triangle4" refType="h" fact="0.33"/>
          <dgm:constr type="w" for="ch" forName="triangle4" refType="h" fact="0.33"/>
          <dgm:constr type="t" for="ch" forName="triangle5" refType="h" fact="0.66"/>
          <dgm:constr type="l" for="ch" forName="triangle5"/>
          <dgm:constr type="h" for="ch" forName="triangle5" refType="h" fact="0.33"/>
          <dgm:constr type="w" for="ch" forName="triangle5" refType="h" fact="0.33"/>
          <dgm:constr type="t" for="ch" forName="triangle6" refType="h" fact="0.66"/>
          <dgm:constr type="l" for="ch" forName="triangle6" refType="h" fact="0.165"/>
          <dgm:constr type="h" for="ch" forName="triangle6" refType="h" fact="0.33"/>
          <dgm:constr type="w" for="ch" forName="triangle6" refType="h" fact="0.33"/>
          <dgm:constr type="t" for="ch" forName="triangle7" refType="h" fact="0.66"/>
          <dgm:constr type="l" for="ch" forName="triangle7" refType="h" fact="0.33"/>
          <dgm:constr type="h" for="ch" forName="triangle7" refType="h" fact="0.33"/>
          <dgm:constr type="w" for="ch" forName="triangle7" refType="h" fact="0.33"/>
          <dgm:constr type="t" for="ch" forName="triangle8" refType="h" fact="0.66"/>
          <dgm:constr type="l" for="ch" forName="triangle8" refType="h" fact="0.495"/>
          <dgm:constr type="h" for="ch" forName="triangle8" refType="h" fact="0.33"/>
          <dgm:constr type="w" for="ch" forName="triangle8" refType="h" fact="0.33"/>
          <dgm:constr type="t" for="ch" forName="triangle9" refType="h" fact="0.66"/>
          <dgm:constr type="l" for="ch" forName="triangle9" refType="h" fact="0.66"/>
          <dgm:constr type="h" for="ch" forName="triangle9" refType="h" fact="0.33"/>
          <dgm:constr type="w" for="ch" forName="triangle9" refType="h" fact="0.33"/>
        </dgm:constrLst>
      </dgm:else>
    </dgm:choose>
    <dgm:ruleLst/>
    <dgm:choose name="Name6">
      <dgm:if name="Name7" axis="ch" ptType="node" func="cnt" op="gte" val="1">
        <dgm:layoutNode name="triangle1" styleLbl="node1">
          <dgm:varLst>
            <dgm:bulletEnabled val="1"/>
          </dgm:varLst>
          <dgm:alg type="tx">
            <dgm:param type="txAnchorVertCh" val="mid"/>
          </dgm:alg>
          <dgm:shape xmlns:r="http://schemas.openxmlformats.org/officeDocument/2006/relationships" type="triangle"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8"/>
    </dgm:choose>
    <dgm:choose name="Name9">
      <dgm:if name="Name10" axis="ch" ptType="node" func="cnt" op="gte" val="2">
        <dgm:layoutNode name="triangle2" styleLbl="node1">
          <dgm:varLst>
            <dgm:bulletEnabled val="1"/>
          </dgm:varLst>
          <dgm:alg type="tx">
            <dgm:param type="txAnchorVertCh" val="mid"/>
          </dgm:alg>
          <dgm:shape xmlns:r="http://schemas.openxmlformats.org/officeDocument/2006/relationships" type="triangle" r:blip="">
            <dgm:adjLst/>
          </dgm:shape>
          <dgm:choose name="Name11">
            <dgm:if name="Name12" func="var" arg="dir" op="equ" val="norm">
              <dgm:presOf axis="ch desOrSelf" ptType="node node" st="2 1" cnt="1 0"/>
            </dgm:if>
            <dgm:else name="Name13">
              <dgm:presOf axis="ch desOrSelf" ptType="node node" st="4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3" styleLbl="node1">
          <dgm:varLst>
            <dgm:bulletEnabled val="1"/>
          </dgm:varLst>
          <dgm:alg type="tx">
            <dgm:param type="txAnchorVertCh" val="mid"/>
          </dgm:alg>
          <dgm:shape xmlns:r="http://schemas.openxmlformats.org/officeDocument/2006/relationships" rot="180" type="triangle" r:blip="">
            <dgm:adjLst/>
          </dgm:shape>
          <dgm:presOf axis="ch desOrSelf"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4" styleLbl="node1">
          <dgm:varLst>
            <dgm:bulletEnabled val="1"/>
          </dgm:varLst>
          <dgm:alg type="tx">
            <dgm:param type="txAnchorVertCh" val="mid"/>
          </dgm:alg>
          <dgm:shape xmlns:r="http://schemas.openxmlformats.org/officeDocument/2006/relationships" type="triangle" r:blip="">
            <dgm:adjLst/>
          </dgm:shape>
          <dgm:choose name="Name14">
            <dgm:if name="Name15" func="var" arg="dir" op="equ" val="norm">
              <dgm:presOf axis="ch desOrSelf" ptType="node node" st="4 1" cnt="1 0"/>
            </dgm:if>
            <dgm:else name="Name16">
              <dgm:presOf axis="ch desOrSelf" ptType="node node" st="2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7"/>
    </dgm:choose>
    <dgm:choose name="Name18">
      <dgm:if name="Name19" axis="ch" ptType="node" func="cnt" op="gte" val="5">
        <dgm:layoutNode name="triangle5" styleLbl="node1">
          <dgm:varLst>
            <dgm:bulletEnabled val="1"/>
          </dgm:varLst>
          <dgm:alg type="tx">
            <dgm:param type="txAnchorVertCh" val="mid"/>
          </dgm:alg>
          <dgm:shape xmlns:r="http://schemas.openxmlformats.org/officeDocument/2006/relationships" type="triangle" r:blip="">
            <dgm:adjLst/>
          </dgm:shape>
          <dgm:choose name="Name20">
            <dgm:if name="Name21" func="var" arg="dir" op="equ" val="norm">
              <dgm:presOf axis="ch desOrSelf" ptType="node node" st="5 1" cnt="1 0"/>
            </dgm:if>
            <dgm:else name="Name22">
              <dgm:presOf axis="ch desOrSelf" ptType="node node" st="9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6" styleLbl="node1">
          <dgm:varLst>
            <dgm:bulletEnabled val="1"/>
          </dgm:varLst>
          <dgm:alg type="tx">
            <dgm:param type="txAnchorVertCh" val="mid"/>
          </dgm:alg>
          <dgm:shape xmlns:r="http://schemas.openxmlformats.org/officeDocument/2006/relationships" rot="180" type="triangle" r:blip="">
            <dgm:adjLst/>
          </dgm:shape>
          <dgm:choose name="Name23">
            <dgm:if name="Name24" func="var" arg="dir" op="equ" val="norm">
              <dgm:presOf axis="ch desOrSelf" ptType="node node" st="6 1" cnt="1 0"/>
            </dgm:if>
            <dgm:else name="Name25">
              <dgm:presOf axis="ch desOrSelf" ptType="node node" st="8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7" styleLbl="node1">
          <dgm:varLst>
            <dgm:bulletEnabled val="1"/>
          </dgm:varLst>
          <dgm:alg type="tx">
            <dgm:param type="txAnchorVertCh" val="mid"/>
          </dgm:alg>
          <dgm:shape xmlns:r="http://schemas.openxmlformats.org/officeDocument/2006/relationships" type="triangle" r:blip="">
            <dgm:adjLst/>
          </dgm:shape>
          <dgm:presOf axis="ch desOrSelf" ptType="node node" st="7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8" styleLbl="node1">
          <dgm:varLst>
            <dgm:bulletEnabled val="1"/>
          </dgm:varLst>
          <dgm:alg type="tx">
            <dgm:param type="txAnchorVertCh" val="mid"/>
          </dgm:alg>
          <dgm:shape xmlns:r="http://schemas.openxmlformats.org/officeDocument/2006/relationships" rot="180" type="triangle" r:blip="">
            <dgm:adjLst/>
          </dgm:shape>
          <dgm:choose name="Name26">
            <dgm:if name="Name27" func="var" arg="dir" op="equ" val="norm">
              <dgm:presOf axis="ch desOrSelf" ptType="node node" st="8 1" cnt="1 0"/>
            </dgm:if>
            <dgm:else name="Name28">
              <dgm:presOf axis="ch desOrSelf" ptType="node node" st="6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triangle9" styleLbl="node1">
          <dgm:varLst>
            <dgm:bulletEnabled val="1"/>
          </dgm:varLst>
          <dgm:alg type="tx">
            <dgm:param type="txAnchorVertCh" val="mid"/>
          </dgm:alg>
          <dgm:shape xmlns:r="http://schemas.openxmlformats.org/officeDocument/2006/relationships" type="triangle" r:blip="">
            <dgm:adjLst/>
          </dgm:shape>
          <dgm:choose name="Name29">
            <dgm:if name="Name30" func="var" arg="dir" op="equ" val="norm">
              <dgm:presOf axis="ch desOrSelf" ptType="node node" st="9 1" cnt="1 0"/>
            </dgm:if>
            <dgm:else name="Name31">
              <dgm:presOf axis="ch desOrSelf" ptType="node node" st="5 1" cnt="1 0"/>
            </dgm:else>
          </dgm:choos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32"/>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F21A3B-4B54-478E-9548-A91E1B1C5643}" type="datetimeFigureOut">
              <a:rPr lang="es-CL" smtClean="0"/>
              <a:t>10-09-2024</a:t>
            </a:fld>
            <a:endParaRPr lang="es-CL"/>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L"/>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2622E4-1B15-4ED3-B8E2-3FF910AB6EC6}" type="slidenum">
              <a:rPr lang="es-CL" smtClean="0"/>
              <a:t>‹Nº›</a:t>
            </a:fld>
            <a:endParaRPr lang="es-CL"/>
          </a:p>
        </p:txBody>
      </p:sp>
    </p:spTree>
    <p:extLst>
      <p:ext uri="{BB962C8B-B14F-4D97-AF65-F5344CB8AC3E}">
        <p14:creationId xmlns:p14="http://schemas.microsoft.com/office/powerpoint/2010/main" val="12571875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037630" y="2417441"/>
            <a:ext cx="11759804" cy="1668070"/>
          </a:xfrm>
        </p:spPr>
        <p:txBody>
          <a:bodyPr/>
          <a:lstStyle/>
          <a:p>
            <a:r>
              <a:rPr lang="es-ES_tradnl"/>
              <a:t>Clic para editar título</a:t>
            </a:r>
            <a:endParaRPr lang="es-ES"/>
          </a:p>
        </p:txBody>
      </p:sp>
      <p:sp>
        <p:nvSpPr>
          <p:cNvPr id="3" name="Subtítulo 2"/>
          <p:cNvSpPr>
            <a:spLocks noGrp="1"/>
          </p:cNvSpPr>
          <p:nvPr>
            <p:ph type="subTitle" idx="1"/>
          </p:nvPr>
        </p:nvSpPr>
        <p:spPr>
          <a:xfrm>
            <a:off x="2075261" y="4409758"/>
            <a:ext cx="9684545" cy="1988714"/>
          </a:xfrm>
        </p:spPr>
        <p:txBody>
          <a:bodyPr/>
          <a:lstStyle>
            <a:lvl1pPr marL="0" indent="0" algn="ctr">
              <a:buNone/>
              <a:defRPr>
                <a:solidFill>
                  <a:schemeClr val="tx1">
                    <a:tint val="75000"/>
                  </a:schemeClr>
                </a:solidFill>
              </a:defRPr>
            </a:lvl1pPr>
            <a:lvl2pPr marL="509396" indent="0" algn="ctr">
              <a:buNone/>
              <a:defRPr>
                <a:solidFill>
                  <a:schemeClr val="tx1">
                    <a:tint val="75000"/>
                  </a:schemeClr>
                </a:solidFill>
              </a:defRPr>
            </a:lvl2pPr>
            <a:lvl3pPr marL="1018793" indent="0" algn="ctr">
              <a:buNone/>
              <a:defRPr>
                <a:solidFill>
                  <a:schemeClr val="tx1">
                    <a:tint val="75000"/>
                  </a:schemeClr>
                </a:solidFill>
              </a:defRPr>
            </a:lvl3pPr>
            <a:lvl4pPr marL="1528191" indent="0" algn="ctr">
              <a:buNone/>
              <a:defRPr>
                <a:solidFill>
                  <a:schemeClr val="tx1">
                    <a:tint val="75000"/>
                  </a:schemeClr>
                </a:solidFill>
              </a:defRPr>
            </a:lvl4pPr>
            <a:lvl5pPr marL="2037587" indent="0" algn="ctr">
              <a:buNone/>
              <a:defRPr>
                <a:solidFill>
                  <a:schemeClr val="tx1">
                    <a:tint val="75000"/>
                  </a:schemeClr>
                </a:solidFill>
              </a:defRPr>
            </a:lvl5pPr>
            <a:lvl6pPr marL="2546984" indent="0" algn="ctr">
              <a:buNone/>
              <a:defRPr>
                <a:solidFill>
                  <a:schemeClr val="tx1">
                    <a:tint val="75000"/>
                  </a:schemeClr>
                </a:solidFill>
              </a:defRPr>
            </a:lvl6pPr>
            <a:lvl7pPr marL="3056381" indent="0" algn="ctr">
              <a:buNone/>
              <a:defRPr>
                <a:solidFill>
                  <a:schemeClr val="tx1">
                    <a:tint val="75000"/>
                  </a:schemeClr>
                </a:solidFill>
              </a:defRPr>
            </a:lvl7pPr>
            <a:lvl8pPr marL="3565779" indent="0" algn="ctr">
              <a:buNone/>
              <a:defRPr>
                <a:solidFill>
                  <a:schemeClr val="tx1">
                    <a:tint val="75000"/>
                  </a:schemeClr>
                </a:solidFill>
              </a:defRPr>
            </a:lvl8pPr>
            <a:lvl9pPr marL="4075175" indent="0" algn="ctr">
              <a:buNone/>
              <a:defRPr>
                <a:solidFill>
                  <a:schemeClr val="tx1">
                    <a:tint val="75000"/>
                  </a:schemeClr>
                </a:solidFill>
              </a:defRPr>
            </a:lvl9pPr>
          </a:lstStyle>
          <a:p>
            <a:r>
              <a:rPr lang="es-ES_tradnl"/>
              <a:t>Haga clic para modificar el estilo de subtítulo del patrón</a:t>
            </a:r>
            <a:endParaRPr lang="es-ES"/>
          </a:p>
        </p:txBody>
      </p:sp>
      <p:sp>
        <p:nvSpPr>
          <p:cNvPr id="4" name="Marcador de fecha 3"/>
          <p:cNvSpPr>
            <a:spLocks noGrp="1"/>
          </p:cNvSpPr>
          <p:nvPr>
            <p:ph type="dt" sz="half" idx="10"/>
          </p:nvPr>
        </p:nvSpPr>
        <p:spPr/>
        <p:txBody>
          <a:bodyPr/>
          <a:lstStyle/>
          <a:p>
            <a:fld id="{C9425A25-5545-4DC3-82F0-B0FDAC671EBD}" type="datetime1">
              <a:rPr lang="es-ES" smtClean="0"/>
              <a:t>10/09/2024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pic>
        <p:nvPicPr>
          <p:cNvPr id="7" name="Imagen 6"/>
          <p:cNvPicPr>
            <a:picLocks noChangeAspect="1"/>
          </p:cNvPicPr>
          <p:nvPr userDrawn="1"/>
        </p:nvPicPr>
        <p:blipFill>
          <a:blip r:embed="rId2"/>
          <a:stretch>
            <a:fillRect/>
          </a:stretch>
        </p:blipFill>
        <p:spPr>
          <a:xfrm>
            <a:off x="2728620" y="0"/>
            <a:ext cx="8099801" cy="453218"/>
          </a:xfrm>
          <a:prstGeom prst="rect">
            <a:avLst/>
          </a:prstGeom>
        </p:spPr>
      </p:pic>
      <p:pic>
        <p:nvPicPr>
          <p:cNvPr id="8" name="Imagen 7"/>
          <p:cNvPicPr>
            <a:picLocks noChangeAspect="1"/>
          </p:cNvPicPr>
          <p:nvPr userDrawn="1"/>
        </p:nvPicPr>
        <p:blipFill>
          <a:blip r:embed="rId3"/>
          <a:stretch>
            <a:fillRect/>
          </a:stretch>
        </p:blipFill>
        <p:spPr>
          <a:xfrm>
            <a:off x="5635361" y="716679"/>
            <a:ext cx="2548466" cy="878042"/>
          </a:xfrm>
          <a:prstGeom prst="rect">
            <a:avLst/>
          </a:prstGeom>
        </p:spPr>
      </p:pic>
      <p:sp>
        <p:nvSpPr>
          <p:cNvPr id="9" name="Marcador de texto 5">
            <a:extLst>
              <a:ext uri="{FF2B5EF4-FFF2-40B4-BE49-F238E27FC236}">
                <a16:creationId xmlns:a16="http://schemas.microsoft.com/office/drawing/2014/main" id="{4BFCA498-348C-4A5E-9EF5-B337E69E3111}"/>
              </a:ext>
            </a:extLst>
          </p:cNvPr>
          <p:cNvSpPr txBox="1">
            <a:spLocks/>
          </p:cNvSpPr>
          <p:nvPr userDrawn="1"/>
        </p:nvSpPr>
        <p:spPr>
          <a:xfrm>
            <a:off x="0" y="6422550"/>
            <a:ext cx="13835063" cy="466725"/>
          </a:xfrm>
          <a:prstGeom prst="rect">
            <a:avLst/>
          </a:prstGeom>
        </p:spPr>
        <p:txBody>
          <a:bodyPr vert="horz" lIns="101882" tIns="50941" rIns="101882" bIns="50941" rtlCol="0" anchor="ctr"/>
          <a:lstStyle>
            <a:defPPr>
              <a:defRPr lang="es-ES"/>
            </a:defPPr>
            <a:lvl1pPr marL="0" algn="l" defTabSz="509412" rtl="0" eaLnBrk="1" latinLnBrk="0" hangingPunct="1">
              <a:defRPr sz="1300" kern="1200">
                <a:solidFill>
                  <a:schemeClr val="tx1">
                    <a:tint val="75000"/>
                  </a:schemeClr>
                </a:solidFill>
                <a:latin typeface="+mn-lt"/>
                <a:ea typeface="+mn-ea"/>
                <a:cs typeface="+mn-cs"/>
              </a:defRPr>
            </a:lvl1pPr>
            <a:lvl2pPr marL="509412" algn="l" defTabSz="509412" rtl="0" eaLnBrk="1" latinLnBrk="0" hangingPunct="1">
              <a:defRPr sz="2000" kern="1200">
                <a:solidFill>
                  <a:schemeClr val="tx1"/>
                </a:solidFill>
                <a:latin typeface="+mn-lt"/>
                <a:ea typeface="+mn-ea"/>
                <a:cs typeface="+mn-cs"/>
              </a:defRPr>
            </a:lvl2pPr>
            <a:lvl3pPr marL="1018824" algn="l" defTabSz="509412" rtl="0" eaLnBrk="1" latinLnBrk="0" hangingPunct="1">
              <a:defRPr sz="2000" kern="1200">
                <a:solidFill>
                  <a:schemeClr val="tx1"/>
                </a:solidFill>
                <a:latin typeface="+mn-lt"/>
                <a:ea typeface="+mn-ea"/>
                <a:cs typeface="+mn-cs"/>
              </a:defRPr>
            </a:lvl3pPr>
            <a:lvl4pPr marL="1528237" algn="l" defTabSz="509412" rtl="0" eaLnBrk="1" latinLnBrk="0" hangingPunct="1">
              <a:defRPr sz="2000" kern="1200">
                <a:solidFill>
                  <a:schemeClr val="tx1"/>
                </a:solidFill>
                <a:latin typeface="+mn-lt"/>
                <a:ea typeface="+mn-ea"/>
                <a:cs typeface="+mn-cs"/>
              </a:defRPr>
            </a:lvl4pPr>
            <a:lvl5pPr marL="2037649" algn="l" defTabSz="509412" rtl="0" eaLnBrk="1" latinLnBrk="0" hangingPunct="1">
              <a:defRPr sz="2000" kern="1200">
                <a:solidFill>
                  <a:schemeClr val="tx1"/>
                </a:solidFill>
                <a:latin typeface="+mn-lt"/>
                <a:ea typeface="+mn-ea"/>
                <a:cs typeface="+mn-cs"/>
              </a:defRPr>
            </a:lvl5pPr>
            <a:lvl6pPr marL="2547061" algn="l" defTabSz="509412" rtl="0" eaLnBrk="1" latinLnBrk="0" hangingPunct="1">
              <a:defRPr sz="2000" kern="1200">
                <a:solidFill>
                  <a:schemeClr val="tx1"/>
                </a:solidFill>
                <a:latin typeface="+mn-lt"/>
                <a:ea typeface="+mn-ea"/>
                <a:cs typeface="+mn-cs"/>
              </a:defRPr>
            </a:lvl6pPr>
            <a:lvl7pPr marL="3056473" algn="l" defTabSz="509412" rtl="0" eaLnBrk="1" latinLnBrk="0" hangingPunct="1">
              <a:defRPr sz="2000" kern="1200">
                <a:solidFill>
                  <a:schemeClr val="tx1"/>
                </a:solidFill>
                <a:latin typeface="+mn-lt"/>
                <a:ea typeface="+mn-ea"/>
                <a:cs typeface="+mn-cs"/>
              </a:defRPr>
            </a:lvl7pPr>
            <a:lvl8pPr marL="3565886" algn="l" defTabSz="509412" rtl="0" eaLnBrk="1" latinLnBrk="0" hangingPunct="1">
              <a:defRPr sz="2000" kern="1200">
                <a:solidFill>
                  <a:schemeClr val="tx1"/>
                </a:solidFill>
                <a:latin typeface="+mn-lt"/>
                <a:ea typeface="+mn-ea"/>
                <a:cs typeface="+mn-cs"/>
              </a:defRPr>
            </a:lvl8pPr>
            <a:lvl9pPr marL="4075298" algn="l" defTabSz="509412" rtl="0" eaLnBrk="1" latinLnBrk="0" hangingPunct="1">
              <a:defRPr sz="2000" kern="1200">
                <a:solidFill>
                  <a:schemeClr val="tx1"/>
                </a:solidFill>
                <a:latin typeface="+mn-lt"/>
                <a:ea typeface="+mn-ea"/>
                <a:cs typeface="+mn-cs"/>
              </a:defRPr>
            </a:lvl9pPr>
          </a:lstStyle>
          <a:p>
            <a:pPr algn="ctr"/>
            <a:r>
              <a:rPr lang="es-CL" sz="2400" dirty="0">
                <a:solidFill>
                  <a:schemeClr val="tx1"/>
                </a:solidFill>
              </a:rPr>
              <a:t>Semestre II</a:t>
            </a:r>
          </a:p>
        </p:txBody>
      </p:sp>
      <p:pic>
        <p:nvPicPr>
          <p:cNvPr id="10" name="Imagen 9"/>
          <p:cNvPicPr>
            <a:picLocks noChangeAspect="1"/>
          </p:cNvPicPr>
          <p:nvPr userDrawn="1"/>
        </p:nvPicPr>
        <p:blipFill>
          <a:blip r:embed="rId2"/>
          <a:stretch>
            <a:fillRect/>
          </a:stretch>
        </p:blipFill>
        <p:spPr>
          <a:xfrm>
            <a:off x="3009357" y="7328707"/>
            <a:ext cx="8099801" cy="453218"/>
          </a:xfrm>
          <a:prstGeom prst="rect">
            <a:avLst/>
          </a:prstGeom>
        </p:spPr>
      </p:pic>
    </p:spTree>
    <p:extLst>
      <p:ext uri="{BB962C8B-B14F-4D97-AF65-F5344CB8AC3E}">
        <p14:creationId xmlns:p14="http://schemas.microsoft.com/office/powerpoint/2010/main" val="2738684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a:xfrm>
            <a:off x="691755" y="311638"/>
            <a:ext cx="10668503" cy="1296988"/>
          </a:xfrm>
        </p:spPr>
        <p:txBody>
          <a:bodyPr/>
          <a:lstStyle/>
          <a:p>
            <a:r>
              <a:rPr lang="es-ES_tradnl"/>
              <a:t>Clic para editar título</a:t>
            </a:r>
            <a:endParaRPr lang="es-ES"/>
          </a:p>
        </p:txBody>
      </p:sp>
      <p:sp>
        <p:nvSpPr>
          <p:cNvPr id="3" name="Marcador de contenido 2"/>
          <p:cNvSpPr>
            <a:spLocks noGrp="1"/>
          </p:cNvSpPr>
          <p:nvPr>
            <p:ph idx="1"/>
          </p:nvPr>
        </p:nvSpPr>
        <p:spPr/>
        <p:txBody>
          <a:bodyPr/>
          <a:lstStyle>
            <a:lvl1pPr algn="just">
              <a:defRPr/>
            </a:lvl1pPr>
            <a:lvl2pPr algn="just">
              <a:defRPr/>
            </a:lvl2pPr>
            <a:lvl3pPr algn="just">
              <a:defRPr/>
            </a:lvl3pPr>
            <a:lvl4pPr algn="just">
              <a:defRPr/>
            </a:lvl4pPr>
            <a:lvl5pPr algn="just">
              <a:defRPr/>
            </a:lvl5pPr>
          </a:lstStyle>
          <a:p>
            <a:pPr lvl="0"/>
            <a:r>
              <a:rPr lang="es-ES_tradnl" dirty="0"/>
              <a:t>Haga clic para modificar el estilo de texto del patrón</a:t>
            </a:r>
          </a:p>
          <a:p>
            <a:pPr lvl="1"/>
            <a:r>
              <a:rPr lang="es-ES_tradnl" dirty="0"/>
              <a:t>Segundo nivel</a:t>
            </a:r>
          </a:p>
          <a:p>
            <a:pPr lvl="2"/>
            <a:r>
              <a:rPr lang="es-ES_tradnl" dirty="0"/>
              <a:t>Tercer nivel</a:t>
            </a:r>
          </a:p>
          <a:p>
            <a:pPr lvl="3"/>
            <a:r>
              <a:rPr lang="es-ES_tradnl" dirty="0"/>
              <a:t>Cuarto nivel</a:t>
            </a:r>
          </a:p>
          <a:p>
            <a:pPr lvl="4"/>
            <a:r>
              <a:rPr lang="es-ES_tradnl" dirty="0"/>
              <a:t>Quinto nivel</a:t>
            </a:r>
            <a:endParaRPr lang="es-ES" dirty="0"/>
          </a:p>
        </p:txBody>
      </p:sp>
      <p:sp>
        <p:nvSpPr>
          <p:cNvPr id="4" name="Marcador de fecha 3"/>
          <p:cNvSpPr>
            <a:spLocks noGrp="1"/>
          </p:cNvSpPr>
          <p:nvPr>
            <p:ph type="dt" sz="half" idx="10"/>
          </p:nvPr>
        </p:nvSpPr>
        <p:spPr/>
        <p:txBody>
          <a:bodyPr/>
          <a:lstStyle/>
          <a:p>
            <a:fld id="{E1E6CFD9-E906-4A4B-952A-0B18D04055BA}" type="datetime1">
              <a:rPr lang="es-ES" smtClean="0"/>
              <a:t>10/09/2024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pic>
        <p:nvPicPr>
          <p:cNvPr id="7" name="Imagen 6">
            <a:extLst>
              <a:ext uri="{FF2B5EF4-FFF2-40B4-BE49-F238E27FC236}">
                <a16:creationId xmlns:a16="http://schemas.microsoft.com/office/drawing/2014/main" id="{14A43F8F-EE3E-4CF8-8778-4D390B492303}"/>
              </a:ext>
            </a:extLst>
          </p:cNvPr>
          <p:cNvPicPr>
            <a:picLocks noChangeAspect="1"/>
          </p:cNvPicPr>
          <p:nvPr userDrawn="1"/>
        </p:nvPicPr>
        <p:blipFill>
          <a:blip r:embed="rId2"/>
          <a:stretch>
            <a:fillRect/>
          </a:stretch>
        </p:blipFill>
        <p:spPr>
          <a:xfrm>
            <a:off x="11529220" y="335644"/>
            <a:ext cx="2048314" cy="705721"/>
          </a:xfrm>
          <a:prstGeom prst="rect">
            <a:avLst/>
          </a:prstGeom>
        </p:spPr>
      </p:pic>
    </p:spTree>
    <p:extLst>
      <p:ext uri="{BB962C8B-B14F-4D97-AF65-F5344CB8AC3E}">
        <p14:creationId xmlns:p14="http://schemas.microsoft.com/office/powerpoint/2010/main" val="3182405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1092875" y="5000611"/>
            <a:ext cx="11759804" cy="1545577"/>
          </a:xfrm>
        </p:spPr>
        <p:txBody>
          <a:bodyPr anchor="t"/>
          <a:lstStyle>
            <a:lvl1pPr algn="l">
              <a:defRPr sz="4500" b="1" cap="all"/>
            </a:lvl1pPr>
          </a:lstStyle>
          <a:p>
            <a:r>
              <a:rPr lang="es-ES_tradnl"/>
              <a:t>Clic para editar título</a:t>
            </a:r>
            <a:endParaRPr lang="es-ES"/>
          </a:p>
        </p:txBody>
      </p:sp>
      <p:sp>
        <p:nvSpPr>
          <p:cNvPr id="3" name="Marcador de texto 2"/>
          <p:cNvSpPr>
            <a:spLocks noGrp="1"/>
          </p:cNvSpPr>
          <p:nvPr>
            <p:ph type="body" idx="1"/>
          </p:nvPr>
        </p:nvSpPr>
        <p:spPr>
          <a:xfrm>
            <a:off x="1092875" y="3298312"/>
            <a:ext cx="11759804" cy="1702296"/>
          </a:xfrm>
        </p:spPr>
        <p:txBody>
          <a:bodyPr anchor="b"/>
          <a:lstStyle>
            <a:lvl1pPr marL="0" indent="0">
              <a:buNone/>
              <a:defRPr sz="2200">
                <a:solidFill>
                  <a:schemeClr val="tx1">
                    <a:tint val="75000"/>
                  </a:schemeClr>
                </a:solidFill>
              </a:defRPr>
            </a:lvl1pPr>
            <a:lvl2pPr marL="509396" indent="0">
              <a:buNone/>
              <a:defRPr sz="2000">
                <a:solidFill>
                  <a:schemeClr val="tx1">
                    <a:tint val="75000"/>
                  </a:schemeClr>
                </a:solidFill>
              </a:defRPr>
            </a:lvl2pPr>
            <a:lvl3pPr marL="1018793" indent="0">
              <a:buNone/>
              <a:defRPr sz="1800">
                <a:solidFill>
                  <a:schemeClr val="tx1">
                    <a:tint val="75000"/>
                  </a:schemeClr>
                </a:solidFill>
              </a:defRPr>
            </a:lvl3pPr>
            <a:lvl4pPr marL="1528191" indent="0">
              <a:buNone/>
              <a:defRPr sz="1600">
                <a:solidFill>
                  <a:schemeClr val="tx1">
                    <a:tint val="75000"/>
                  </a:schemeClr>
                </a:solidFill>
              </a:defRPr>
            </a:lvl4pPr>
            <a:lvl5pPr marL="2037587" indent="0">
              <a:buNone/>
              <a:defRPr sz="1600">
                <a:solidFill>
                  <a:schemeClr val="tx1">
                    <a:tint val="75000"/>
                  </a:schemeClr>
                </a:solidFill>
              </a:defRPr>
            </a:lvl5pPr>
            <a:lvl6pPr marL="2546984" indent="0">
              <a:buNone/>
              <a:defRPr sz="1600">
                <a:solidFill>
                  <a:schemeClr val="tx1">
                    <a:tint val="75000"/>
                  </a:schemeClr>
                </a:solidFill>
              </a:defRPr>
            </a:lvl6pPr>
            <a:lvl7pPr marL="3056381" indent="0">
              <a:buNone/>
              <a:defRPr sz="1600">
                <a:solidFill>
                  <a:schemeClr val="tx1">
                    <a:tint val="75000"/>
                  </a:schemeClr>
                </a:solidFill>
              </a:defRPr>
            </a:lvl7pPr>
            <a:lvl8pPr marL="3565779" indent="0">
              <a:buNone/>
              <a:defRPr sz="1600">
                <a:solidFill>
                  <a:schemeClr val="tx1">
                    <a:tint val="75000"/>
                  </a:schemeClr>
                </a:solidFill>
              </a:defRPr>
            </a:lvl8pPr>
            <a:lvl9pPr marL="4075175" indent="0">
              <a:buNone/>
              <a:defRPr sz="1600">
                <a:solidFill>
                  <a:schemeClr val="tx1">
                    <a:tint val="75000"/>
                  </a:schemeClr>
                </a:solidFill>
              </a:defRPr>
            </a:lvl9pPr>
          </a:lstStyle>
          <a:p>
            <a:pPr lvl="0"/>
            <a:r>
              <a:rPr lang="es-ES_tradnl"/>
              <a:t>Haga clic para modificar el estilo de texto del patrón</a:t>
            </a:r>
          </a:p>
        </p:txBody>
      </p:sp>
      <p:sp>
        <p:nvSpPr>
          <p:cNvPr id="4" name="Marcador de fecha 3"/>
          <p:cNvSpPr>
            <a:spLocks noGrp="1"/>
          </p:cNvSpPr>
          <p:nvPr>
            <p:ph type="dt" sz="half" idx="10"/>
          </p:nvPr>
        </p:nvSpPr>
        <p:spPr/>
        <p:txBody>
          <a:bodyPr/>
          <a:lstStyle/>
          <a:p>
            <a:fld id="{2A218F2F-B09A-4360-91A4-0970B48AAFB9}" type="datetime1">
              <a:rPr lang="es-ES" smtClean="0"/>
              <a:t>10/09/2024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1015486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contenido 2"/>
          <p:cNvSpPr>
            <a:spLocks noGrp="1"/>
          </p:cNvSpPr>
          <p:nvPr>
            <p:ph sz="half" idx="1"/>
          </p:nvPr>
        </p:nvSpPr>
        <p:spPr>
          <a:xfrm>
            <a:off x="691754" y="1815786"/>
            <a:ext cx="6110486" cy="5135711"/>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contenido 3"/>
          <p:cNvSpPr>
            <a:spLocks noGrp="1"/>
          </p:cNvSpPr>
          <p:nvPr>
            <p:ph sz="half" idx="2"/>
          </p:nvPr>
        </p:nvSpPr>
        <p:spPr>
          <a:xfrm>
            <a:off x="7032824" y="1815786"/>
            <a:ext cx="6110486" cy="5135711"/>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fecha 4"/>
          <p:cNvSpPr>
            <a:spLocks noGrp="1"/>
          </p:cNvSpPr>
          <p:nvPr>
            <p:ph type="dt" sz="half" idx="10"/>
          </p:nvPr>
        </p:nvSpPr>
        <p:spPr/>
        <p:txBody>
          <a:bodyPr/>
          <a:lstStyle/>
          <a:p>
            <a:fld id="{0B6774F7-C1E2-463E-B987-CB30F12A832E}" type="datetime1">
              <a:rPr lang="es-ES" smtClean="0"/>
              <a:t>10/09/2024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1146943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es-ES_tradnl"/>
              <a:t>Clic para editar título</a:t>
            </a:r>
            <a:endParaRPr lang="es-ES"/>
          </a:p>
        </p:txBody>
      </p:sp>
      <p:sp>
        <p:nvSpPr>
          <p:cNvPr id="3" name="Marcador de texto 2"/>
          <p:cNvSpPr>
            <a:spLocks noGrp="1"/>
          </p:cNvSpPr>
          <p:nvPr>
            <p:ph type="body" idx="1"/>
          </p:nvPr>
        </p:nvSpPr>
        <p:spPr>
          <a:xfrm>
            <a:off x="691754" y="1741927"/>
            <a:ext cx="6112888" cy="725952"/>
          </a:xfrm>
        </p:spPr>
        <p:txBody>
          <a:bodyPr anchor="b"/>
          <a:lstStyle>
            <a:lvl1pPr marL="0" indent="0">
              <a:buNone/>
              <a:defRPr sz="2700" b="1"/>
            </a:lvl1pPr>
            <a:lvl2pPr marL="509396" indent="0">
              <a:buNone/>
              <a:defRPr sz="2200" b="1"/>
            </a:lvl2pPr>
            <a:lvl3pPr marL="1018793" indent="0">
              <a:buNone/>
              <a:defRPr sz="2000" b="1"/>
            </a:lvl3pPr>
            <a:lvl4pPr marL="1528191" indent="0">
              <a:buNone/>
              <a:defRPr sz="1800" b="1"/>
            </a:lvl4pPr>
            <a:lvl5pPr marL="2037587" indent="0">
              <a:buNone/>
              <a:defRPr sz="1800" b="1"/>
            </a:lvl5pPr>
            <a:lvl6pPr marL="2546984" indent="0">
              <a:buNone/>
              <a:defRPr sz="1800" b="1"/>
            </a:lvl6pPr>
            <a:lvl7pPr marL="3056381" indent="0">
              <a:buNone/>
              <a:defRPr sz="1800" b="1"/>
            </a:lvl7pPr>
            <a:lvl8pPr marL="3565779" indent="0">
              <a:buNone/>
              <a:defRPr sz="1800" b="1"/>
            </a:lvl8pPr>
            <a:lvl9pPr marL="4075175" indent="0">
              <a:buNone/>
              <a:defRPr sz="1800" b="1"/>
            </a:lvl9pPr>
          </a:lstStyle>
          <a:p>
            <a:pPr lvl="0"/>
            <a:r>
              <a:rPr lang="es-ES_tradnl"/>
              <a:t>Haga clic para modificar el estilo de texto del patrón</a:t>
            </a:r>
          </a:p>
        </p:txBody>
      </p:sp>
      <p:sp>
        <p:nvSpPr>
          <p:cNvPr id="4" name="Marcador de contenido 3"/>
          <p:cNvSpPr>
            <a:spLocks noGrp="1"/>
          </p:cNvSpPr>
          <p:nvPr>
            <p:ph sz="half" idx="2"/>
          </p:nvPr>
        </p:nvSpPr>
        <p:spPr>
          <a:xfrm>
            <a:off x="691754" y="2467879"/>
            <a:ext cx="6112888" cy="4483614"/>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5" name="Marcador de texto 4"/>
          <p:cNvSpPr>
            <a:spLocks noGrp="1"/>
          </p:cNvSpPr>
          <p:nvPr>
            <p:ph type="body" sz="quarter" idx="3"/>
          </p:nvPr>
        </p:nvSpPr>
        <p:spPr>
          <a:xfrm>
            <a:off x="7028021" y="1741927"/>
            <a:ext cx="6115290" cy="725952"/>
          </a:xfrm>
        </p:spPr>
        <p:txBody>
          <a:bodyPr anchor="b"/>
          <a:lstStyle>
            <a:lvl1pPr marL="0" indent="0">
              <a:buNone/>
              <a:defRPr sz="2700" b="1"/>
            </a:lvl1pPr>
            <a:lvl2pPr marL="509396" indent="0">
              <a:buNone/>
              <a:defRPr sz="2200" b="1"/>
            </a:lvl2pPr>
            <a:lvl3pPr marL="1018793" indent="0">
              <a:buNone/>
              <a:defRPr sz="2000" b="1"/>
            </a:lvl3pPr>
            <a:lvl4pPr marL="1528191" indent="0">
              <a:buNone/>
              <a:defRPr sz="1800" b="1"/>
            </a:lvl4pPr>
            <a:lvl5pPr marL="2037587" indent="0">
              <a:buNone/>
              <a:defRPr sz="1800" b="1"/>
            </a:lvl5pPr>
            <a:lvl6pPr marL="2546984" indent="0">
              <a:buNone/>
              <a:defRPr sz="1800" b="1"/>
            </a:lvl6pPr>
            <a:lvl7pPr marL="3056381" indent="0">
              <a:buNone/>
              <a:defRPr sz="1800" b="1"/>
            </a:lvl7pPr>
            <a:lvl8pPr marL="3565779" indent="0">
              <a:buNone/>
              <a:defRPr sz="1800" b="1"/>
            </a:lvl8pPr>
            <a:lvl9pPr marL="4075175" indent="0">
              <a:buNone/>
              <a:defRPr sz="1800" b="1"/>
            </a:lvl9pPr>
          </a:lstStyle>
          <a:p>
            <a:pPr lvl="0"/>
            <a:r>
              <a:rPr lang="es-ES_tradnl"/>
              <a:t>Haga clic para modificar el estilo de texto del patrón</a:t>
            </a:r>
          </a:p>
        </p:txBody>
      </p:sp>
      <p:sp>
        <p:nvSpPr>
          <p:cNvPr id="6" name="Marcador de contenido 5"/>
          <p:cNvSpPr>
            <a:spLocks noGrp="1"/>
          </p:cNvSpPr>
          <p:nvPr>
            <p:ph sz="quarter" idx="4"/>
          </p:nvPr>
        </p:nvSpPr>
        <p:spPr>
          <a:xfrm>
            <a:off x="7028021" y="2467879"/>
            <a:ext cx="6115290" cy="4483614"/>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7" name="Marcador de fecha 6"/>
          <p:cNvSpPr>
            <a:spLocks noGrp="1"/>
          </p:cNvSpPr>
          <p:nvPr>
            <p:ph type="dt" sz="half" idx="10"/>
          </p:nvPr>
        </p:nvSpPr>
        <p:spPr/>
        <p:txBody>
          <a:bodyPr/>
          <a:lstStyle/>
          <a:p>
            <a:fld id="{B619CE3E-D85E-4C07-8DF3-EE81179FC87C}" type="datetime1">
              <a:rPr lang="es-ES" smtClean="0"/>
              <a:t>10/09/2024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722936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fecha 2"/>
          <p:cNvSpPr>
            <a:spLocks noGrp="1"/>
          </p:cNvSpPr>
          <p:nvPr>
            <p:ph type="dt" sz="half" idx="10"/>
          </p:nvPr>
        </p:nvSpPr>
        <p:spPr/>
        <p:txBody>
          <a:bodyPr/>
          <a:lstStyle/>
          <a:p>
            <a:fld id="{51A8DCAB-65C6-4818-B03E-FEB86B5BD72A}" type="datetime1">
              <a:rPr lang="es-ES" smtClean="0"/>
              <a:t>10/09/2024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1766770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A14C3DC4-CADC-432B-90E3-19D9DE894AD9}" type="datetime1">
              <a:rPr lang="es-ES" smtClean="0"/>
              <a:t>10/09/2024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6209400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691756" y="309836"/>
            <a:ext cx="4551641" cy="1318604"/>
          </a:xfrm>
        </p:spPr>
        <p:txBody>
          <a:bodyPr anchor="b"/>
          <a:lstStyle>
            <a:lvl1pPr algn="l">
              <a:defRPr sz="2200" b="1"/>
            </a:lvl1pPr>
          </a:lstStyle>
          <a:p>
            <a:r>
              <a:rPr lang="es-ES_tradnl"/>
              <a:t>Clic para editar título</a:t>
            </a:r>
            <a:endParaRPr lang="es-ES"/>
          </a:p>
        </p:txBody>
      </p:sp>
      <p:sp>
        <p:nvSpPr>
          <p:cNvPr id="3" name="Marcador de contenido 2"/>
          <p:cNvSpPr>
            <a:spLocks noGrp="1"/>
          </p:cNvSpPr>
          <p:nvPr>
            <p:ph idx="1"/>
          </p:nvPr>
        </p:nvSpPr>
        <p:spPr>
          <a:xfrm>
            <a:off x="5409125" y="309840"/>
            <a:ext cx="7734184" cy="6641657"/>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texto 3"/>
          <p:cNvSpPr>
            <a:spLocks noGrp="1"/>
          </p:cNvSpPr>
          <p:nvPr>
            <p:ph type="body" sz="half" idx="2"/>
          </p:nvPr>
        </p:nvSpPr>
        <p:spPr>
          <a:xfrm>
            <a:off x="691756" y="1628444"/>
            <a:ext cx="4551641" cy="5323053"/>
          </a:xfrm>
        </p:spPr>
        <p:txBody>
          <a:bodyPr/>
          <a:lstStyle>
            <a:lvl1pPr marL="0" indent="0">
              <a:buNone/>
              <a:defRPr sz="1600"/>
            </a:lvl1pPr>
            <a:lvl2pPr marL="509396" indent="0">
              <a:buNone/>
              <a:defRPr sz="1300"/>
            </a:lvl2pPr>
            <a:lvl3pPr marL="1018793" indent="0">
              <a:buNone/>
              <a:defRPr sz="1100"/>
            </a:lvl3pPr>
            <a:lvl4pPr marL="1528191" indent="0">
              <a:buNone/>
              <a:defRPr sz="1000"/>
            </a:lvl4pPr>
            <a:lvl5pPr marL="2037587" indent="0">
              <a:buNone/>
              <a:defRPr sz="1000"/>
            </a:lvl5pPr>
            <a:lvl6pPr marL="2546984" indent="0">
              <a:buNone/>
              <a:defRPr sz="1000"/>
            </a:lvl6pPr>
            <a:lvl7pPr marL="3056381" indent="0">
              <a:buNone/>
              <a:defRPr sz="1000"/>
            </a:lvl7pPr>
            <a:lvl8pPr marL="3565779" indent="0">
              <a:buNone/>
              <a:defRPr sz="1000"/>
            </a:lvl8pPr>
            <a:lvl9pPr marL="4075175" indent="0">
              <a:buNone/>
              <a:defRPr sz="10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1D80F5A9-E6B8-4D75-B6F0-6363C62A9461}" type="datetime1">
              <a:rPr lang="es-ES" smtClean="0"/>
              <a:t>10/09/2024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1617748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2711771" y="5447348"/>
            <a:ext cx="8301038" cy="643090"/>
          </a:xfrm>
        </p:spPr>
        <p:txBody>
          <a:bodyPr anchor="b"/>
          <a:lstStyle>
            <a:lvl1pPr algn="l">
              <a:defRPr sz="2200" b="1"/>
            </a:lvl1pPr>
          </a:lstStyle>
          <a:p>
            <a:r>
              <a:rPr lang="es-ES_tradnl"/>
              <a:t>Clic para editar título</a:t>
            </a:r>
            <a:endParaRPr lang="es-ES"/>
          </a:p>
        </p:txBody>
      </p:sp>
      <p:sp>
        <p:nvSpPr>
          <p:cNvPr id="3" name="Marcador de posición de imagen 2"/>
          <p:cNvSpPr>
            <a:spLocks noGrp="1"/>
          </p:cNvSpPr>
          <p:nvPr>
            <p:ph type="pic" idx="1"/>
          </p:nvPr>
        </p:nvSpPr>
        <p:spPr>
          <a:xfrm>
            <a:off x="2711771" y="695332"/>
            <a:ext cx="8301038" cy="4669155"/>
          </a:xfrm>
        </p:spPr>
        <p:txBody>
          <a:bodyPr/>
          <a:lstStyle>
            <a:lvl1pPr marL="0" indent="0">
              <a:buNone/>
              <a:defRPr sz="3600"/>
            </a:lvl1pPr>
            <a:lvl2pPr marL="509396" indent="0">
              <a:buNone/>
              <a:defRPr sz="3100"/>
            </a:lvl2pPr>
            <a:lvl3pPr marL="1018793" indent="0">
              <a:buNone/>
              <a:defRPr sz="2700"/>
            </a:lvl3pPr>
            <a:lvl4pPr marL="1528191" indent="0">
              <a:buNone/>
              <a:defRPr sz="2200"/>
            </a:lvl4pPr>
            <a:lvl5pPr marL="2037587" indent="0">
              <a:buNone/>
              <a:defRPr sz="2200"/>
            </a:lvl5pPr>
            <a:lvl6pPr marL="2546984" indent="0">
              <a:buNone/>
              <a:defRPr sz="2200"/>
            </a:lvl6pPr>
            <a:lvl7pPr marL="3056381" indent="0">
              <a:buNone/>
              <a:defRPr sz="2200"/>
            </a:lvl7pPr>
            <a:lvl8pPr marL="3565779" indent="0">
              <a:buNone/>
              <a:defRPr sz="2200"/>
            </a:lvl8pPr>
            <a:lvl9pPr marL="4075175" indent="0">
              <a:buNone/>
              <a:defRPr sz="2200"/>
            </a:lvl9pPr>
          </a:lstStyle>
          <a:p>
            <a:endParaRPr lang="es-ES"/>
          </a:p>
        </p:txBody>
      </p:sp>
      <p:sp>
        <p:nvSpPr>
          <p:cNvPr id="4" name="Marcador de texto 3"/>
          <p:cNvSpPr>
            <a:spLocks noGrp="1"/>
          </p:cNvSpPr>
          <p:nvPr>
            <p:ph type="body" sz="half" idx="2"/>
          </p:nvPr>
        </p:nvSpPr>
        <p:spPr>
          <a:xfrm>
            <a:off x="2711771" y="6090441"/>
            <a:ext cx="8301038" cy="913295"/>
          </a:xfrm>
        </p:spPr>
        <p:txBody>
          <a:bodyPr/>
          <a:lstStyle>
            <a:lvl1pPr marL="0" indent="0">
              <a:buNone/>
              <a:defRPr sz="1600"/>
            </a:lvl1pPr>
            <a:lvl2pPr marL="509396" indent="0">
              <a:buNone/>
              <a:defRPr sz="1300"/>
            </a:lvl2pPr>
            <a:lvl3pPr marL="1018793" indent="0">
              <a:buNone/>
              <a:defRPr sz="1100"/>
            </a:lvl3pPr>
            <a:lvl4pPr marL="1528191" indent="0">
              <a:buNone/>
              <a:defRPr sz="1000"/>
            </a:lvl4pPr>
            <a:lvl5pPr marL="2037587" indent="0">
              <a:buNone/>
              <a:defRPr sz="1000"/>
            </a:lvl5pPr>
            <a:lvl6pPr marL="2546984" indent="0">
              <a:buNone/>
              <a:defRPr sz="1000"/>
            </a:lvl6pPr>
            <a:lvl7pPr marL="3056381" indent="0">
              <a:buNone/>
              <a:defRPr sz="1000"/>
            </a:lvl7pPr>
            <a:lvl8pPr marL="3565779" indent="0">
              <a:buNone/>
              <a:defRPr sz="1000"/>
            </a:lvl8pPr>
            <a:lvl9pPr marL="4075175" indent="0">
              <a:buNone/>
              <a:defRPr sz="1000"/>
            </a:lvl9pPr>
          </a:lstStyle>
          <a:p>
            <a:pPr lvl="0"/>
            <a:r>
              <a:rPr lang="es-ES_tradnl"/>
              <a:t>Haga clic para modificar el estilo de texto del patrón</a:t>
            </a:r>
          </a:p>
        </p:txBody>
      </p:sp>
      <p:sp>
        <p:nvSpPr>
          <p:cNvPr id="5" name="Marcador de fecha 4"/>
          <p:cNvSpPr>
            <a:spLocks noGrp="1"/>
          </p:cNvSpPr>
          <p:nvPr>
            <p:ph type="dt" sz="half" idx="10"/>
          </p:nvPr>
        </p:nvSpPr>
        <p:spPr/>
        <p:txBody>
          <a:bodyPr/>
          <a:lstStyle/>
          <a:p>
            <a:fld id="{70AE2EF4-72E9-446C-B6F6-A2528C8C469D}" type="datetime1">
              <a:rPr lang="es-ES" smtClean="0"/>
              <a:t>10/09/2024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0851817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_tradnl"/>
              <a:t>Clic para editar título</a:t>
            </a:r>
            <a:endParaRPr lang="es-ES"/>
          </a:p>
        </p:txBody>
      </p:sp>
      <p:sp>
        <p:nvSpPr>
          <p:cNvPr id="3" name="Marcador de texto vertical 2"/>
          <p:cNvSpPr>
            <a:spLocks noGrp="1"/>
          </p:cNvSpPr>
          <p:nvPr>
            <p:ph type="body" orient="vert" idx="1"/>
          </p:nvPr>
        </p:nvSpPr>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B00A0D30-77A6-428E-A786-7D3A7FF1AFD9}" type="datetime1">
              <a:rPr lang="es-ES" smtClean="0"/>
              <a:t>10/09/2024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12288637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10030422" y="311642"/>
            <a:ext cx="3112889" cy="6639855"/>
          </a:xfrm>
        </p:spPr>
        <p:txBody>
          <a:bodyPr vert="eaVert"/>
          <a:lstStyle/>
          <a:p>
            <a:r>
              <a:rPr lang="es-ES_tradnl"/>
              <a:t>Clic para editar título</a:t>
            </a:r>
            <a:endParaRPr lang="es-ES"/>
          </a:p>
        </p:txBody>
      </p:sp>
      <p:sp>
        <p:nvSpPr>
          <p:cNvPr id="3" name="Marcador de texto vertical 2"/>
          <p:cNvSpPr>
            <a:spLocks noGrp="1"/>
          </p:cNvSpPr>
          <p:nvPr>
            <p:ph type="body" orient="vert" idx="1"/>
          </p:nvPr>
        </p:nvSpPr>
        <p:spPr>
          <a:xfrm>
            <a:off x="691755" y="311642"/>
            <a:ext cx="9108083" cy="6639855"/>
          </a:xfrm>
        </p:spPr>
        <p:txBody>
          <a:bodyPr vert="eaVert"/>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10"/>
          </p:nvPr>
        </p:nvSpPr>
        <p:spPr/>
        <p:txBody>
          <a:bodyPr/>
          <a:lstStyle/>
          <a:p>
            <a:fld id="{1189518D-84EB-452F-B513-69E23E37C6C5}" type="datetime1">
              <a:rPr lang="es-ES" smtClean="0"/>
              <a:t>10/09/2024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9147EDA9-C55A-8145-A85C-80E4429229CF}" type="slidenum">
              <a:rPr lang="es-ES" smtClean="0"/>
              <a:t>‹Nº›</a:t>
            </a:fld>
            <a:endParaRPr lang="es-ES"/>
          </a:p>
        </p:txBody>
      </p:sp>
    </p:spTree>
    <p:extLst>
      <p:ext uri="{BB962C8B-B14F-4D97-AF65-F5344CB8AC3E}">
        <p14:creationId xmlns:p14="http://schemas.microsoft.com/office/powerpoint/2010/main" val="38229404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691755" y="311638"/>
            <a:ext cx="12451557" cy="1296988"/>
          </a:xfrm>
          <a:prstGeom prst="rect">
            <a:avLst/>
          </a:prstGeom>
        </p:spPr>
        <p:txBody>
          <a:bodyPr vert="horz" lIns="101882" tIns="50941" rIns="101882" bIns="50941" rtlCol="0" anchor="ctr">
            <a:normAutofit/>
          </a:bodyPr>
          <a:lstStyle/>
          <a:p>
            <a:r>
              <a:rPr lang="es-ES_tradnl"/>
              <a:t>Clic para editar título</a:t>
            </a:r>
            <a:endParaRPr lang="es-ES"/>
          </a:p>
        </p:txBody>
      </p:sp>
      <p:sp>
        <p:nvSpPr>
          <p:cNvPr id="3" name="Marcador de texto 2"/>
          <p:cNvSpPr>
            <a:spLocks noGrp="1"/>
          </p:cNvSpPr>
          <p:nvPr>
            <p:ph type="body" idx="1"/>
          </p:nvPr>
        </p:nvSpPr>
        <p:spPr>
          <a:xfrm>
            <a:off x="691755" y="1815786"/>
            <a:ext cx="12451557" cy="5135711"/>
          </a:xfrm>
          <a:prstGeom prst="rect">
            <a:avLst/>
          </a:prstGeom>
        </p:spPr>
        <p:txBody>
          <a:bodyPr vert="horz" lIns="101882" tIns="50941" rIns="101882" bIns="50941" rtlCol="0">
            <a:normAutofit/>
          </a:bodyPr>
          <a:lstStyle/>
          <a:p>
            <a:pPr lvl="0"/>
            <a:r>
              <a:rPr lang="es-ES_tradnl"/>
              <a:t>Haga clic para modificar el estilo de texto del patrón</a:t>
            </a:r>
          </a:p>
          <a:p>
            <a:pPr lvl="1"/>
            <a:r>
              <a:rPr lang="es-ES_tradnl"/>
              <a:t>Segundo nivel</a:t>
            </a:r>
          </a:p>
          <a:p>
            <a:pPr lvl="2"/>
            <a:r>
              <a:rPr lang="es-ES_tradnl"/>
              <a:t>Tercer nivel</a:t>
            </a:r>
          </a:p>
          <a:p>
            <a:pPr lvl="3"/>
            <a:r>
              <a:rPr lang="es-ES_tradnl"/>
              <a:t>Cuarto nivel</a:t>
            </a:r>
          </a:p>
          <a:p>
            <a:pPr lvl="4"/>
            <a:r>
              <a:rPr lang="es-ES_tradnl"/>
              <a:t>Quinto nivel</a:t>
            </a:r>
            <a:endParaRPr lang="es-ES"/>
          </a:p>
        </p:txBody>
      </p:sp>
      <p:sp>
        <p:nvSpPr>
          <p:cNvPr id="4" name="Marcador de fecha 3"/>
          <p:cNvSpPr>
            <a:spLocks noGrp="1"/>
          </p:cNvSpPr>
          <p:nvPr>
            <p:ph type="dt" sz="half" idx="2"/>
          </p:nvPr>
        </p:nvSpPr>
        <p:spPr>
          <a:xfrm>
            <a:off x="691754" y="7212695"/>
            <a:ext cx="3228182" cy="414315"/>
          </a:xfrm>
          <a:prstGeom prst="rect">
            <a:avLst/>
          </a:prstGeom>
        </p:spPr>
        <p:txBody>
          <a:bodyPr vert="horz" lIns="101882" tIns="50941" rIns="101882" bIns="50941" rtlCol="0" anchor="ctr"/>
          <a:lstStyle>
            <a:lvl1pPr algn="l">
              <a:defRPr sz="1300">
                <a:solidFill>
                  <a:schemeClr val="tx1">
                    <a:tint val="75000"/>
                  </a:schemeClr>
                </a:solidFill>
              </a:defRPr>
            </a:lvl1pPr>
          </a:lstStyle>
          <a:p>
            <a:fld id="{25B3FFE4-C8E7-42C6-B2A3-B6F9AD8D08AE}" type="datetime1">
              <a:rPr lang="es-ES" smtClean="0"/>
              <a:t>10/09/2024</a:t>
            </a:fld>
            <a:endParaRPr lang="es-ES"/>
          </a:p>
        </p:txBody>
      </p:sp>
      <p:sp>
        <p:nvSpPr>
          <p:cNvPr id="5" name="Marcador de pie de página 4"/>
          <p:cNvSpPr>
            <a:spLocks noGrp="1"/>
          </p:cNvSpPr>
          <p:nvPr>
            <p:ph type="ftr" sz="quarter" idx="3"/>
          </p:nvPr>
        </p:nvSpPr>
        <p:spPr>
          <a:xfrm>
            <a:off x="4726980" y="7212695"/>
            <a:ext cx="4381104" cy="414315"/>
          </a:xfrm>
          <a:prstGeom prst="rect">
            <a:avLst/>
          </a:prstGeom>
        </p:spPr>
        <p:txBody>
          <a:bodyPr vert="horz" lIns="101882" tIns="50941" rIns="101882" bIns="50941" rtlCol="0" anchor="ctr"/>
          <a:lstStyle>
            <a:lvl1pPr algn="ctr">
              <a:defRPr sz="13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9915129" y="7212695"/>
            <a:ext cx="3228182" cy="414315"/>
          </a:xfrm>
          <a:prstGeom prst="rect">
            <a:avLst/>
          </a:prstGeom>
        </p:spPr>
        <p:txBody>
          <a:bodyPr vert="horz" lIns="101882" tIns="50941" rIns="101882" bIns="50941" rtlCol="0" anchor="ctr"/>
          <a:lstStyle>
            <a:lvl1pPr algn="r">
              <a:defRPr sz="1300">
                <a:solidFill>
                  <a:schemeClr val="tx1">
                    <a:tint val="75000"/>
                  </a:schemeClr>
                </a:solidFill>
              </a:defRPr>
            </a:lvl1pPr>
          </a:lstStyle>
          <a:p>
            <a:fld id="{D96A54BD-AC63-BC40-87B5-8F267BC0565D}" type="slidenum">
              <a:rPr lang="es-ES" smtClean="0"/>
              <a:t>‹Nº›</a:t>
            </a:fld>
            <a:endParaRPr lang="es-ES"/>
          </a:p>
        </p:txBody>
      </p:sp>
    </p:spTree>
    <p:extLst>
      <p:ext uri="{BB962C8B-B14F-4D97-AF65-F5344CB8AC3E}">
        <p14:creationId xmlns:p14="http://schemas.microsoft.com/office/powerpoint/2010/main" val="10939454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509396" rtl="0" eaLnBrk="1" latinLnBrk="0" hangingPunct="1">
        <a:spcBef>
          <a:spcPct val="0"/>
        </a:spcBef>
        <a:buNone/>
        <a:defRPr sz="4900" kern="1200">
          <a:solidFill>
            <a:schemeClr val="tx1"/>
          </a:solidFill>
          <a:latin typeface="+mj-lt"/>
          <a:ea typeface="+mj-ea"/>
          <a:cs typeface="+mj-cs"/>
        </a:defRPr>
      </a:lvl1pPr>
    </p:titleStyle>
    <p:bodyStyle>
      <a:lvl1pPr marL="382048" indent="-382048" algn="l" defTabSz="509396" rtl="0" eaLnBrk="1" latinLnBrk="0" hangingPunct="1">
        <a:spcBef>
          <a:spcPct val="20000"/>
        </a:spcBef>
        <a:buFont typeface="Arial"/>
        <a:buChar char="•"/>
        <a:defRPr sz="3600" kern="1200">
          <a:solidFill>
            <a:schemeClr val="tx1"/>
          </a:solidFill>
          <a:latin typeface="+mn-lt"/>
          <a:ea typeface="+mn-ea"/>
          <a:cs typeface="+mn-cs"/>
        </a:defRPr>
      </a:lvl1pPr>
      <a:lvl2pPr marL="827770" indent="-318374" algn="l" defTabSz="509396" rtl="0" eaLnBrk="1" latinLnBrk="0" hangingPunct="1">
        <a:spcBef>
          <a:spcPct val="20000"/>
        </a:spcBef>
        <a:buFont typeface="Arial"/>
        <a:buChar char="–"/>
        <a:defRPr sz="3100" kern="1200">
          <a:solidFill>
            <a:schemeClr val="tx1"/>
          </a:solidFill>
          <a:latin typeface="+mn-lt"/>
          <a:ea typeface="+mn-ea"/>
          <a:cs typeface="+mn-cs"/>
        </a:defRPr>
      </a:lvl2pPr>
      <a:lvl3pPr marL="1273492" indent="-254698" algn="l" defTabSz="509396" rtl="0" eaLnBrk="1" latinLnBrk="0" hangingPunct="1">
        <a:spcBef>
          <a:spcPct val="20000"/>
        </a:spcBef>
        <a:buFont typeface="Arial"/>
        <a:buChar char="•"/>
        <a:defRPr sz="2700" kern="1200">
          <a:solidFill>
            <a:schemeClr val="tx1"/>
          </a:solidFill>
          <a:latin typeface="+mn-lt"/>
          <a:ea typeface="+mn-ea"/>
          <a:cs typeface="+mn-cs"/>
        </a:defRPr>
      </a:lvl3pPr>
      <a:lvl4pPr marL="1782889" indent="-254698" algn="l" defTabSz="509396" rtl="0" eaLnBrk="1" latinLnBrk="0" hangingPunct="1">
        <a:spcBef>
          <a:spcPct val="20000"/>
        </a:spcBef>
        <a:buFont typeface="Arial"/>
        <a:buChar char="–"/>
        <a:defRPr sz="2200" kern="1200">
          <a:solidFill>
            <a:schemeClr val="tx1"/>
          </a:solidFill>
          <a:latin typeface="+mn-lt"/>
          <a:ea typeface="+mn-ea"/>
          <a:cs typeface="+mn-cs"/>
        </a:defRPr>
      </a:lvl4pPr>
      <a:lvl5pPr marL="2292286" indent="-254698" algn="l" defTabSz="509396" rtl="0" eaLnBrk="1" latinLnBrk="0" hangingPunct="1">
        <a:spcBef>
          <a:spcPct val="20000"/>
        </a:spcBef>
        <a:buFont typeface="Arial"/>
        <a:buChar char="»"/>
        <a:defRPr sz="2200" kern="1200">
          <a:solidFill>
            <a:schemeClr val="tx1"/>
          </a:solidFill>
          <a:latin typeface="+mn-lt"/>
          <a:ea typeface="+mn-ea"/>
          <a:cs typeface="+mn-cs"/>
        </a:defRPr>
      </a:lvl5pPr>
      <a:lvl6pPr marL="2801683" indent="-254698" algn="l" defTabSz="509396" rtl="0" eaLnBrk="1" latinLnBrk="0" hangingPunct="1">
        <a:spcBef>
          <a:spcPct val="20000"/>
        </a:spcBef>
        <a:buFont typeface="Arial"/>
        <a:buChar char="•"/>
        <a:defRPr sz="2200" kern="1200">
          <a:solidFill>
            <a:schemeClr val="tx1"/>
          </a:solidFill>
          <a:latin typeface="+mn-lt"/>
          <a:ea typeface="+mn-ea"/>
          <a:cs typeface="+mn-cs"/>
        </a:defRPr>
      </a:lvl6pPr>
      <a:lvl7pPr marL="3311080" indent="-254698" algn="l" defTabSz="509396" rtl="0" eaLnBrk="1" latinLnBrk="0" hangingPunct="1">
        <a:spcBef>
          <a:spcPct val="20000"/>
        </a:spcBef>
        <a:buFont typeface="Arial"/>
        <a:buChar char="•"/>
        <a:defRPr sz="2200" kern="1200">
          <a:solidFill>
            <a:schemeClr val="tx1"/>
          </a:solidFill>
          <a:latin typeface="+mn-lt"/>
          <a:ea typeface="+mn-ea"/>
          <a:cs typeface="+mn-cs"/>
        </a:defRPr>
      </a:lvl7pPr>
      <a:lvl8pPr marL="3820477" indent="-254698" algn="l" defTabSz="509396" rtl="0" eaLnBrk="1" latinLnBrk="0" hangingPunct="1">
        <a:spcBef>
          <a:spcPct val="20000"/>
        </a:spcBef>
        <a:buFont typeface="Arial"/>
        <a:buChar char="•"/>
        <a:defRPr sz="2200" kern="1200">
          <a:solidFill>
            <a:schemeClr val="tx1"/>
          </a:solidFill>
          <a:latin typeface="+mn-lt"/>
          <a:ea typeface="+mn-ea"/>
          <a:cs typeface="+mn-cs"/>
        </a:defRPr>
      </a:lvl8pPr>
      <a:lvl9pPr marL="4329874" indent="-254698" algn="l" defTabSz="509396"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s-ES"/>
      </a:defPPr>
      <a:lvl1pPr marL="0" algn="l" defTabSz="509396" rtl="0" eaLnBrk="1" latinLnBrk="0" hangingPunct="1">
        <a:defRPr sz="2000" kern="1200">
          <a:solidFill>
            <a:schemeClr val="tx1"/>
          </a:solidFill>
          <a:latin typeface="+mn-lt"/>
          <a:ea typeface="+mn-ea"/>
          <a:cs typeface="+mn-cs"/>
        </a:defRPr>
      </a:lvl1pPr>
      <a:lvl2pPr marL="509396" algn="l" defTabSz="509396" rtl="0" eaLnBrk="1" latinLnBrk="0" hangingPunct="1">
        <a:defRPr sz="2000" kern="1200">
          <a:solidFill>
            <a:schemeClr val="tx1"/>
          </a:solidFill>
          <a:latin typeface="+mn-lt"/>
          <a:ea typeface="+mn-ea"/>
          <a:cs typeface="+mn-cs"/>
        </a:defRPr>
      </a:lvl2pPr>
      <a:lvl3pPr marL="1018793" algn="l" defTabSz="509396" rtl="0" eaLnBrk="1" latinLnBrk="0" hangingPunct="1">
        <a:defRPr sz="2000" kern="1200">
          <a:solidFill>
            <a:schemeClr val="tx1"/>
          </a:solidFill>
          <a:latin typeface="+mn-lt"/>
          <a:ea typeface="+mn-ea"/>
          <a:cs typeface="+mn-cs"/>
        </a:defRPr>
      </a:lvl3pPr>
      <a:lvl4pPr marL="1528191" algn="l" defTabSz="509396" rtl="0" eaLnBrk="1" latinLnBrk="0" hangingPunct="1">
        <a:defRPr sz="2000" kern="1200">
          <a:solidFill>
            <a:schemeClr val="tx1"/>
          </a:solidFill>
          <a:latin typeface="+mn-lt"/>
          <a:ea typeface="+mn-ea"/>
          <a:cs typeface="+mn-cs"/>
        </a:defRPr>
      </a:lvl4pPr>
      <a:lvl5pPr marL="2037587" algn="l" defTabSz="509396" rtl="0" eaLnBrk="1" latinLnBrk="0" hangingPunct="1">
        <a:defRPr sz="2000" kern="1200">
          <a:solidFill>
            <a:schemeClr val="tx1"/>
          </a:solidFill>
          <a:latin typeface="+mn-lt"/>
          <a:ea typeface="+mn-ea"/>
          <a:cs typeface="+mn-cs"/>
        </a:defRPr>
      </a:lvl5pPr>
      <a:lvl6pPr marL="2546984" algn="l" defTabSz="509396" rtl="0" eaLnBrk="1" latinLnBrk="0" hangingPunct="1">
        <a:defRPr sz="2000" kern="1200">
          <a:solidFill>
            <a:schemeClr val="tx1"/>
          </a:solidFill>
          <a:latin typeface="+mn-lt"/>
          <a:ea typeface="+mn-ea"/>
          <a:cs typeface="+mn-cs"/>
        </a:defRPr>
      </a:lvl6pPr>
      <a:lvl7pPr marL="3056381" algn="l" defTabSz="509396" rtl="0" eaLnBrk="1" latinLnBrk="0" hangingPunct="1">
        <a:defRPr sz="2000" kern="1200">
          <a:solidFill>
            <a:schemeClr val="tx1"/>
          </a:solidFill>
          <a:latin typeface="+mn-lt"/>
          <a:ea typeface="+mn-ea"/>
          <a:cs typeface="+mn-cs"/>
        </a:defRPr>
      </a:lvl7pPr>
      <a:lvl8pPr marL="3565779" algn="l" defTabSz="509396" rtl="0" eaLnBrk="1" latinLnBrk="0" hangingPunct="1">
        <a:defRPr sz="2000" kern="1200">
          <a:solidFill>
            <a:schemeClr val="tx1"/>
          </a:solidFill>
          <a:latin typeface="+mn-lt"/>
          <a:ea typeface="+mn-ea"/>
          <a:cs typeface="+mn-cs"/>
        </a:defRPr>
      </a:lvl8pPr>
      <a:lvl9pPr marL="4075175" algn="l" defTabSz="509396"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tif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tif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2" Type="http://schemas.openxmlformats.org/officeDocument/2006/relationships/image" Target="../media/image6.tif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hyperlink" Target="https://www.freepik.es/autor/pikisuperstar"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fontScale="90000"/>
          </a:bodyPr>
          <a:lstStyle/>
          <a:p>
            <a:r>
              <a:rPr lang="es-ES" sz="5400" dirty="0">
                <a:solidFill>
                  <a:schemeClr val="tx1">
                    <a:lumMod val="75000"/>
                    <a:lumOff val="25000"/>
                  </a:schemeClr>
                </a:solidFill>
              </a:rPr>
              <a:t>Base de Datos</a:t>
            </a:r>
            <a:br>
              <a:rPr lang="es-ES" sz="5400" dirty="0">
                <a:solidFill>
                  <a:schemeClr val="tx1">
                    <a:lumMod val="75000"/>
                    <a:lumOff val="25000"/>
                  </a:schemeClr>
                </a:solidFill>
              </a:rPr>
            </a:br>
            <a:r>
              <a:rPr lang="es-ES" sz="5400" dirty="0">
                <a:solidFill>
                  <a:schemeClr val="tx1">
                    <a:lumMod val="75000"/>
                    <a:lumOff val="25000"/>
                  </a:schemeClr>
                </a:solidFill>
              </a:rPr>
              <a:t>Ingeniería Civil en Informática</a:t>
            </a:r>
            <a:endParaRPr lang="es-CL" dirty="0"/>
          </a:p>
        </p:txBody>
      </p:sp>
      <p:sp>
        <p:nvSpPr>
          <p:cNvPr id="3" name="Subtítulo 2"/>
          <p:cNvSpPr>
            <a:spLocks noGrp="1"/>
          </p:cNvSpPr>
          <p:nvPr>
            <p:ph type="subTitle" idx="1"/>
          </p:nvPr>
        </p:nvSpPr>
        <p:spPr/>
        <p:txBody>
          <a:bodyPr/>
          <a:lstStyle/>
          <a:p>
            <a:r>
              <a:rPr lang="es-CL" dirty="0"/>
              <a:t>Carlos Andrés Castro Bustamante</a:t>
            </a:r>
          </a:p>
          <a:p>
            <a:r>
              <a:rPr lang="es-CL" dirty="0"/>
              <a:t>ccastrob@ucm.cl</a:t>
            </a:r>
          </a:p>
          <a:p>
            <a:endParaRPr lang="es-CL" dirty="0"/>
          </a:p>
        </p:txBody>
      </p:sp>
      <p:sp>
        <p:nvSpPr>
          <p:cNvPr id="4" name="Marcador de número de diapositiva 3"/>
          <p:cNvSpPr>
            <a:spLocks noGrp="1"/>
          </p:cNvSpPr>
          <p:nvPr>
            <p:ph type="sldNum" sz="quarter" idx="12"/>
          </p:nvPr>
        </p:nvSpPr>
        <p:spPr/>
        <p:txBody>
          <a:bodyPr/>
          <a:lstStyle/>
          <a:p>
            <a:fld id="{9147EDA9-C55A-8145-A85C-80E4429229CF}" type="slidenum">
              <a:rPr lang="es-ES" smtClean="0"/>
              <a:t>1</a:t>
            </a:fld>
            <a:endParaRPr lang="es-ES"/>
          </a:p>
        </p:txBody>
      </p:sp>
    </p:spTree>
    <p:extLst>
      <p:ext uri="{BB962C8B-B14F-4D97-AF65-F5344CB8AC3E}">
        <p14:creationId xmlns:p14="http://schemas.microsoft.com/office/powerpoint/2010/main" val="1505329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8335B9-220B-8840-9369-9CAE5A6252AE}"/>
              </a:ext>
            </a:extLst>
          </p:cNvPr>
          <p:cNvSpPr>
            <a:spLocks noGrp="1"/>
          </p:cNvSpPr>
          <p:nvPr>
            <p:ph type="title"/>
          </p:nvPr>
        </p:nvSpPr>
        <p:spPr/>
        <p:txBody>
          <a:bodyPr/>
          <a:lstStyle/>
          <a:p>
            <a:r>
              <a:rPr lang="es-CL" dirty="0"/>
              <a:t>Resultado de Aprendizaje</a:t>
            </a:r>
          </a:p>
        </p:txBody>
      </p:sp>
      <p:sp>
        <p:nvSpPr>
          <p:cNvPr id="3" name="Marcador de contenido 2">
            <a:extLst>
              <a:ext uri="{FF2B5EF4-FFF2-40B4-BE49-F238E27FC236}">
                <a16:creationId xmlns:a16="http://schemas.microsoft.com/office/drawing/2014/main" id="{A88809FD-94C1-0B43-A20E-A21D968E5C5E}"/>
              </a:ext>
            </a:extLst>
          </p:cNvPr>
          <p:cNvSpPr>
            <a:spLocks noGrp="1"/>
          </p:cNvSpPr>
          <p:nvPr>
            <p:ph idx="1"/>
          </p:nvPr>
        </p:nvSpPr>
        <p:spPr>
          <a:xfrm>
            <a:off x="691755" y="1815786"/>
            <a:ext cx="12451557" cy="5135711"/>
          </a:xfrm>
        </p:spPr>
        <p:txBody>
          <a:bodyPr/>
          <a:lstStyle/>
          <a:p>
            <a:r>
              <a:rPr lang="es-CL" dirty="0"/>
              <a:t>Aplicar los conocimientos básicos de administración de bases de datos (user, commit, rollback, definición de tablas de sistemas, bases de datos distribuidas). </a:t>
            </a:r>
          </a:p>
          <a:p>
            <a:endParaRPr lang="es-CL" dirty="0"/>
          </a:p>
        </p:txBody>
      </p:sp>
      <p:sp>
        <p:nvSpPr>
          <p:cNvPr id="4" name="Marcador de número de diapositiva 3">
            <a:extLst>
              <a:ext uri="{FF2B5EF4-FFF2-40B4-BE49-F238E27FC236}">
                <a16:creationId xmlns:a16="http://schemas.microsoft.com/office/drawing/2014/main" id="{88E4C5DC-1D47-4645-B382-87971E1F941F}"/>
              </a:ext>
            </a:extLst>
          </p:cNvPr>
          <p:cNvSpPr>
            <a:spLocks noGrp="1"/>
          </p:cNvSpPr>
          <p:nvPr>
            <p:ph type="sldNum" sz="quarter" idx="12"/>
          </p:nvPr>
        </p:nvSpPr>
        <p:spPr/>
        <p:txBody>
          <a:bodyPr/>
          <a:lstStyle/>
          <a:p>
            <a:fld id="{9147EDA9-C55A-8145-A85C-80E4429229CF}" type="slidenum">
              <a:rPr lang="es-ES" smtClean="0"/>
              <a:t>2</a:t>
            </a:fld>
            <a:endParaRPr lang="es-ES"/>
          </a:p>
        </p:txBody>
      </p:sp>
      <p:pic>
        <p:nvPicPr>
          <p:cNvPr id="5" name="Imagen 4">
            <a:extLst>
              <a:ext uri="{FF2B5EF4-FFF2-40B4-BE49-F238E27FC236}">
                <a16:creationId xmlns:a16="http://schemas.microsoft.com/office/drawing/2014/main" id="{BE2B9DF2-C00F-BD49-8E09-CCFD0387580A}"/>
              </a:ext>
            </a:extLst>
          </p:cNvPr>
          <p:cNvPicPr>
            <a:picLocks noChangeAspect="1"/>
          </p:cNvPicPr>
          <p:nvPr/>
        </p:nvPicPr>
        <p:blipFill>
          <a:blip r:embed="rId2"/>
          <a:stretch>
            <a:fillRect/>
          </a:stretch>
        </p:blipFill>
        <p:spPr>
          <a:xfrm>
            <a:off x="8698948" y="3679821"/>
            <a:ext cx="3271676" cy="3271676"/>
          </a:xfrm>
          <a:prstGeom prst="rect">
            <a:avLst/>
          </a:prstGeom>
        </p:spPr>
      </p:pic>
    </p:spTree>
    <p:extLst>
      <p:ext uri="{BB962C8B-B14F-4D97-AF65-F5344CB8AC3E}">
        <p14:creationId xmlns:p14="http://schemas.microsoft.com/office/powerpoint/2010/main" val="4270186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Contextualicemos</a:t>
            </a:r>
            <a:endParaRPr lang="es-CL" dirty="0"/>
          </a:p>
        </p:txBody>
      </p:sp>
      <p:sp>
        <p:nvSpPr>
          <p:cNvPr id="4" name="Marcador de número de diapositiva 3"/>
          <p:cNvSpPr>
            <a:spLocks noGrp="1"/>
          </p:cNvSpPr>
          <p:nvPr>
            <p:ph type="sldNum" sz="quarter" idx="12"/>
          </p:nvPr>
        </p:nvSpPr>
        <p:spPr/>
        <p:txBody>
          <a:bodyPr/>
          <a:lstStyle/>
          <a:p>
            <a:fld id="{9147EDA9-C55A-8145-A85C-80E4429229CF}" type="slidenum">
              <a:rPr lang="es-ES" smtClean="0"/>
              <a:t>3</a:t>
            </a:fld>
            <a:endParaRPr lang="es-ES"/>
          </a:p>
        </p:txBody>
      </p:sp>
      <p:pic>
        <p:nvPicPr>
          <p:cNvPr id="1026" name="Picture 2" descr="Base de datos en línea, disco en la nube. almacenamiento de datos, base de información, aplicación informática. usuario de pc, personaje de dibujos animados del operador. información en la pantalla del monitor. vector gratuit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36208" y="1608626"/>
            <a:ext cx="5962650" cy="5962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3732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F5494A4D-5B5B-004A-82D1-2ED451914C6E}"/>
              </a:ext>
            </a:extLst>
          </p:cNvPr>
          <p:cNvPicPr>
            <a:picLocks noChangeAspect="1"/>
          </p:cNvPicPr>
          <p:nvPr/>
        </p:nvPicPr>
        <p:blipFill>
          <a:blip r:embed="rId2"/>
          <a:stretch>
            <a:fillRect/>
          </a:stretch>
        </p:blipFill>
        <p:spPr>
          <a:xfrm>
            <a:off x="8931422" y="4175318"/>
            <a:ext cx="3581642" cy="3581642"/>
          </a:xfrm>
          <a:prstGeom prst="rect">
            <a:avLst/>
          </a:prstGeom>
        </p:spPr>
      </p:pic>
      <p:sp>
        <p:nvSpPr>
          <p:cNvPr id="2" name="Título 1"/>
          <p:cNvSpPr>
            <a:spLocks noGrp="1"/>
          </p:cNvSpPr>
          <p:nvPr>
            <p:ph type="title"/>
          </p:nvPr>
        </p:nvSpPr>
        <p:spPr/>
        <p:txBody>
          <a:bodyPr/>
          <a:lstStyle/>
          <a:p>
            <a:r>
              <a:rPr lang="es-ES" dirty="0"/>
              <a:t>Seguridad de la Información</a:t>
            </a:r>
            <a:endParaRPr lang="es-CL" dirty="0"/>
          </a:p>
        </p:txBody>
      </p:sp>
      <p:sp>
        <p:nvSpPr>
          <p:cNvPr id="3" name="Marcador de contenido 2"/>
          <p:cNvSpPr>
            <a:spLocks noGrp="1"/>
          </p:cNvSpPr>
          <p:nvPr>
            <p:ph idx="1"/>
          </p:nvPr>
        </p:nvSpPr>
        <p:spPr/>
        <p:txBody>
          <a:bodyPr>
            <a:normAutofit lnSpcReduction="10000"/>
          </a:bodyPr>
          <a:lstStyle/>
          <a:p>
            <a:pPr>
              <a:lnSpc>
                <a:spcPct val="120000"/>
              </a:lnSpc>
            </a:pPr>
            <a:r>
              <a:rPr lang="es-ES" dirty="0"/>
              <a:t>En informática se presenta como el conjunto de medidas preventivas y reactivas de las organizaciones.</a:t>
            </a:r>
          </a:p>
          <a:p>
            <a:pPr>
              <a:lnSpc>
                <a:spcPct val="120000"/>
              </a:lnSpc>
            </a:pPr>
            <a:r>
              <a:rPr lang="es-ES" dirty="0"/>
              <a:t>También como sistemas tecnológicos que permiten salvaguardar la información buscando mantener cubiertos tres aspectos de la misma: </a:t>
            </a:r>
          </a:p>
          <a:p>
            <a:pPr lvl="1">
              <a:lnSpc>
                <a:spcPct val="120000"/>
              </a:lnSpc>
            </a:pPr>
            <a:r>
              <a:rPr lang="es-ES" dirty="0"/>
              <a:t>Confidencialidad</a:t>
            </a:r>
          </a:p>
          <a:p>
            <a:pPr lvl="1">
              <a:lnSpc>
                <a:spcPct val="120000"/>
              </a:lnSpc>
            </a:pPr>
            <a:r>
              <a:rPr lang="es-ES" dirty="0"/>
              <a:t>Disponibilidad</a:t>
            </a:r>
          </a:p>
          <a:p>
            <a:pPr lvl="1">
              <a:lnSpc>
                <a:spcPct val="120000"/>
              </a:lnSpc>
            </a:pPr>
            <a:r>
              <a:rPr lang="es-ES" dirty="0"/>
              <a:t>Integridad</a:t>
            </a:r>
          </a:p>
        </p:txBody>
      </p:sp>
    </p:spTree>
    <p:extLst>
      <p:ext uri="{BB962C8B-B14F-4D97-AF65-F5344CB8AC3E}">
        <p14:creationId xmlns:p14="http://schemas.microsoft.com/office/powerpoint/2010/main" val="25864889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Seguridad de la Información</a:t>
            </a:r>
            <a:endParaRPr lang="es-CL" dirty="0"/>
          </a:p>
        </p:txBody>
      </p:sp>
      <p:sp>
        <p:nvSpPr>
          <p:cNvPr id="3" name="Marcador de contenido 2"/>
          <p:cNvSpPr>
            <a:spLocks noGrp="1"/>
          </p:cNvSpPr>
          <p:nvPr>
            <p:ph idx="1"/>
          </p:nvPr>
        </p:nvSpPr>
        <p:spPr/>
        <p:txBody>
          <a:bodyPr>
            <a:normAutofit fontScale="92500" lnSpcReduction="20000"/>
          </a:bodyPr>
          <a:lstStyle/>
          <a:p>
            <a:pPr>
              <a:lnSpc>
                <a:spcPct val="120000"/>
              </a:lnSpc>
            </a:pPr>
            <a:r>
              <a:rPr lang="es-ES" dirty="0"/>
              <a:t>El concepto de seguridad de la información no debe ser confundido con el de seguridad informática, ya que este último sólo se encarga de la seguridad en el medio informático, pero la información puede encontrarse en diferentes medios o formas, y no solo en medios informáticos.</a:t>
            </a:r>
          </a:p>
          <a:p>
            <a:pPr>
              <a:lnSpc>
                <a:spcPct val="120000"/>
              </a:lnSpc>
            </a:pPr>
            <a:r>
              <a:rPr lang="es-ES" dirty="0"/>
              <a:t>Para el ser humano como individuo, la seguridad de la información tiene un efecto significativo respecto a su privacidad, la que puede cobrar distintas dimensiones dependiendo de la cultura e idiosincrasia de la sociedad donde se desenvuelve.</a:t>
            </a:r>
          </a:p>
        </p:txBody>
      </p:sp>
    </p:spTree>
    <p:extLst>
      <p:ext uri="{BB962C8B-B14F-4D97-AF65-F5344CB8AC3E}">
        <p14:creationId xmlns:p14="http://schemas.microsoft.com/office/powerpoint/2010/main" val="27458129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err="1"/>
              <a:t>Trifuerza</a:t>
            </a:r>
            <a:r>
              <a:rPr lang="es-ES" dirty="0"/>
              <a:t> de la Seguridad</a:t>
            </a:r>
            <a:endParaRPr lang="es-CL" dirty="0"/>
          </a:p>
        </p:txBody>
      </p:sp>
      <p:graphicFrame>
        <p:nvGraphicFramePr>
          <p:cNvPr id="4" name="Diagrama 3"/>
          <p:cNvGraphicFramePr/>
          <p:nvPr/>
        </p:nvGraphicFramePr>
        <p:xfrm>
          <a:off x="2121642" y="1734479"/>
          <a:ext cx="8369549" cy="54166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688378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73DEAA02-9ECB-164A-8892-F4BA820A4A66}"/>
              </a:ext>
            </a:extLst>
          </p:cNvPr>
          <p:cNvPicPr>
            <a:picLocks noChangeAspect="1"/>
          </p:cNvPicPr>
          <p:nvPr/>
        </p:nvPicPr>
        <p:blipFill>
          <a:blip r:embed="rId2"/>
          <a:stretch>
            <a:fillRect/>
          </a:stretch>
        </p:blipFill>
        <p:spPr>
          <a:xfrm>
            <a:off x="9287883" y="1815786"/>
            <a:ext cx="3349167" cy="3349167"/>
          </a:xfrm>
          <a:prstGeom prst="rect">
            <a:avLst/>
          </a:prstGeom>
        </p:spPr>
      </p:pic>
      <p:sp>
        <p:nvSpPr>
          <p:cNvPr id="2" name="Título 1"/>
          <p:cNvSpPr>
            <a:spLocks noGrp="1"/>
          </p:cNvSpPr>
          <p:nvPr>
            <p:ph type="title"/>
          </p:nvPr>
        </p:nvSpPr>
        <p:spPr/>
        <p:txBody>
          <a:bodyPr/>
          <a:lstStyle/>
          <a:p>
            <a:r>
              <a:rPr lang="es-ES" dirty="0"/>
              <a:t>¿Cómo lograr esto en una BD?</a:t>
            </a:r>
            <a:endParaRPr lang="es-CL" dirty="0"/>
          </a:p>
        </p:txBody>
      </p:sp>
      <p:sp>
        <p:nvSpPr>
          <p:cNvPr id="3" name="Marcador de contenido 2"/>
          <p:cNvSpPr>
            <a:spLocks noGrp="1"/>
          </p:cNvSpPr>
          <p:nvPr>
            <p:ph idx="1"/>
          </p:nvPr>
        </p:nvSpPr>
        <p:spPr/>
        <p:txBody>
          <a:bodyPr/>
          <a:lstStyle/>
          <a:p>
            <a:r>
              <a:rPr lang="es-ES" dirty="0"/>
              <a:t>Confidencialidad</a:t>
            </a:r>
          </a:p>
          <a:p>
            <a:pPr lvl="1"/>
            <a:r>
              <a:rPr lang="es-ES" dirty="0"/>
              <a:t>Cuentas de usuario y controles de acceso.</a:t>
            </a:r>
          </a:p>
          <a:p>
            <a:r>
              <a:rPr lang="es-ES" dirty="0"/>
              <a:t>Disponibilidad</a:t>
            </a:r>
          </a:p>
          <a:p>
            <a:pPr lvl="1"/>
            <a:r>
              <a:rPr lang="es-ES" dirty="0"/>
              <a:t>Respaldo, recuperación, alta disponibilidad.</a:t>
            </a:r>
          </a:p>
          <a:p>
            <a:r>
              <a:rPr lang="es-ES" dirty="0"/>
              <a:t>Integridad</a:t>
            </a:r>
          </a:p>
          <a:p>
            <a:pPr lvl="1"/>
            <a:r>
              <a:rPr lang="es-ES" dirty="0"/>
              <a:t>Respaldo, recuperación, trabajo de diseño de base de datos.</a:t>
            </a:r>
            <a:endParaRPr lang="es-CL" dirty="0"/>
          </a:p>
        </p:txBody>
      </p:sp>
    </p:spTree>
    <p:extLst>
      <p:ext uri="{BB962C8B-B14F-4D97-AF65-F5344CB8AC3E}">
        <p14:creationId xmlns:p14="http://schemas.microsoft.com/office/powerpoint/2010/main" val="2863427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dirty="0"/>
              <a:t>PL/SQL</a:t>
            </a:r>
            <a:endParaRPr lang="es-CL" dirty="0"/>
          </a:p>
        </p:txBody>
      </p:sp>
      <p:sp>
        <p:nvSpPr>
          <p:cNvPr id="3" name="Marcador de contenido 2"/>
          <p:cNvSpPr>
            <a:spLocks noGrp="1"/>
          </p:cNvSpPr>
          <p:nvPr>
            <p:ph idx="1"/>
          </p:nvPr>
        </p:nvSpPr>
        <p:spPr/>
        <p:txBody>
          <a:bodyPr/>
          <a:lstStyle/>
          <a:p>
            <a:r>
              <a:rPr lang="es-ES" dirty="0"/>
              <a:t>Uno de los elementos destacados es el trabajo en el diseño de la base de datos. Esto considerando código SQL se trabaja en una extensión del mismo leguaje:</a:t>
            </a:r>
          </a:p>
          <a:p>
            <a:pPr lvl="1"/>
            <a:r>
              <a:rPr lang="es-ES" dirty="0"/>
              <a:t>PL/SQL</a:t>
            </a:r>
          </a:p>
          <a:p>
            <a:pPr lvl="1"/>
            <a:r>
              <a:rPr lang="es-ES" dirty="0"/>
              <a:t>Lenguaje de Procedimientos de SQL </a:t>
            </a:r>
          </a:p>
          <a:p>
            <a:pPr lvl="1"/>
            <a:r>
              <a:rPr lang="es-ES" dirty="0"/>
              <a:t>PL = Procedural </a:t>
            </a:r>
            <a:r>
              <a:rPr lang="es-ES" dirty="0" err="1"/>
              <a:t>Language</a:t>
            </a:r>
            <a:endParaRPr lang="es-CL" dirty="0"/>
          </a:p>
        </p:txBody>
      </p:sp>
      <p:sp>
        <p:nvSpPr>
          <p:cNvPr id="7" name="Rectangle 8">
            <a:hlinkClick r:id="rId2"/>
            <a:extLst>
              <a:ext uri="{FF2B5EF4-FFF2-40B4-BE49-F238E27FC236}">
                <a16:creationId xmlns:a16="http://schemas.microsoft.com/office/drawing/2014/main" id="{8DC0EFE2-C077-D147-A321-A59A43A866E7}"/>
              </a:ext>
            </a:extLst>
          </p:cNvPr>
          <p:cNvSpPr>
            <a:spLocks noChangeArrowheads="1"/>
          </p:cNvSpPr>
          <p:nvPr/>
        </p:nvSpPr>
        <p:spPr bwMode="auto">
          <a:xfrm>
            <a:off x="2231756" y="-168275"/>
            <a:ext cx="41306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s-CL" altLang="es-CL" sz="1800" b="0" i="0" u="none" strike="noStrike" cap="none" normalizeH="0" baseline="0">
                <a:ln>
                  <a:noFill/>
                </a:ln>
                <a:solidFill>
                  <a:schemeClr val="tx1"/>
                </a:solidFill>
                <a:effectLst/>
                <a:latin typeface="Arial" panose="020B0604020202020204" pitchFamily="34" charset="0"/>
              </a:rPr>
            </a:br>
            <a:endParaRPr kumimoji="0" lang="es-CL" altLang="es-CL" sz="1800" b="0" i="0" u="none" strike="noStrike" cap="none" normalizeH="0" baseline="0">
              <a:ln>
                <a:noFill/>
              </a:ln>
              <a:solidFill>
                <a:schemeClr val="tx1"/>
              </a:solidFill>
              <a:effectLst/>
              <a:latin typeface="Arial" panose="020B0604020202020204" pitchFamily="34" charset="0"/>
            </a:endParaRPr>
          </a:p>
        </p:txBody>
      </p:sp>
      <p:pic>
        <p:nvPicPr>
          <p:cNvPr id="12" name="Picture 7" descr="Lupa con búsqueda de archivos">
            <a:extLst>
              <a:ext uri="{FF2B5EF4-FFF2-40B4-BE49-F238E27FC236}">
                <a16:creationId xmlns:a16="http://schemas.microsoft.com/office/drawing/2014/main" id="{0A09C3A6-8D10-7841-B016-35FEAD8B770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8550" b="10446"/>
          <a:stretch/>
        </p:blipFill>
        <p:spPr bwMode="auto">
          <a:xfrm>
            <a:off x="8522176" y="3890962"/>
            <a:ext cx="4621132" cy="3743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57921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0BB1F9-4652-4242-8095-14D7FB9F40D7}"/>
              </a:ext>
            </a:extLst>
          </p:cNvPr>
          <p:cNvSpPr>
            <a:spLocks noGrp="1"/>
          </p:cNvSpPr>
          <p:nvPr>
            <p:ph type="title"/>
          </p:nvPr>
        </p:nvSpPr>
        <p:spPr/>
        <p:txBody>
          <a:bodyPr/>
          <a:lstStyle/>
          <a:p>
            <a:r>
              <a:rPr lang="es-CL" dirty="0"/>
              <a:t>PL/SQL</a:t>
            </a:r>
          </a:p>
        </p:txBody>
      </p:sp>
      <p:sp>
        <p:nvSpPr>
          <p:cNvPr id="3" name="Marcador de contenido 2">
            <a:extLst>
              <a:ext uri="{FF2B5EF4-FFF2-40B4-BE49-F238E27FC236}">
                <a16:creationId xmlns:a16="http://schemas.microsoft.com/office/drawing/2014/main" id="{CB0A87B4-78A3-A34B-BB56-E4604FFC5A4A}"/>
              </a:ext>
            </a:extLst>
          </p:cNvPr>
          <p:cNvSpPr>
            <a:spLocks noGrp="1"/>
          </p:cNvSpPr>
          <p:nvPr>
            <p:ph idx="1"/>
          </p:nvPr>
        </p:nvSpPr>
        <p:spPr/>
        <p:txBody>
          <a:bodyPr>
            <a:normAutofit fontScale="77500" lnSpcReduction="20000"/>
          </a:bodyPr>
          <a:lstStyle/>
          <a:p>
            <a:pPr>
              <a:lnSpc>
                <a:spcPct val="120000"/>
              </a:lnSpc>
            </a:pPr>
            <a:r>
              <a:rPr lang="es-CL" dirty="0"/>
              <a:t>PL/SQL (Procedural Language/Structured Query Language) es un lenguaje de programación incrustado en Oracle.</a:t>
            </a:r>
          </a:p>
          <a:p>
            <a:pPr>
              <a:lnSpc>
                <a:spcPct val="120000"/>
              </a:lnSpc>
            </a:pPr>
            <a:r>
              <a:rPr lang="es-CL" dirty="0"/>
              <a:t>PL/SQL soportará todas las consultas, ya que la manipulación de datos que se usa es la misma que en SQL, incluyendo nuevas características:</a:t>
            </a:r>
          </a:p>
          <a:p>
            <a:pPr lvl="1">
              <a:lnSpc>
                <a:spcPct val="120000"/>
              </a:lnSpc>
            </a:pPr>
            <a:r>
              <a:rPr lang="es-CL" dirty="0"/>
              <a:t>El manejo de variables.</a:t>
            </a:r>
          </a:p>
          <a:p>
            <a:pPr lvl="1">
              <a:lnSpc>
                <a:spcPct val="120000"/>
              </a:lnSpc>
            </a:pPr>
            <a:r>
              <a:rPr lang="es-CL" dirty="0"/>
              <a:t>Estructuras modulares.</a:t>
            </a:r>
          </a:p>
          <a:p>
            <a:pPr lvl="1">
              <a:lnSpc>
                <a:spcPct val="120000"/>
              </a:lnSpc>
            </a:pPr>
            <a:r>
              <a:rPr lang="es-CL" dirty="0"/>
              <a:t>Estructuras de control de flujo y toma de decisiones.</a:t>
            </a:r>
          </a:p>
          <a:p>
            <a:pPr lvl="1">
              <a:lnSpc>
                <a:spcPct val="120000"/>
              </a:lnSpc>
            </a:pPr>
            <a:r>
              <a:rPr lang="es-CL" dirty="0"/>
              <a:t>Control de excepciones.</a:t>
            </a:r>
          </a:p>
          <a:p>
            <a:pPr>
              <a:lnSpc>
                <a:spcPct val="120000"/>
              </a:lnSpc>
            </a:pPr>
            <a:r>
              <a:rPr lang="es-CL" dirty="0"/>
              <a:t>El lenguaje PL/SQL está incorporado en:</a:t>
            </a:r>
          </a:p>
          <a:p>
            <a:pPr lvl="1">
              <a:lnSpc>
                <a:spcPct val="120000"/>
              </a:lnSpc>
            </a:pPr>
            <a:r>
              <a:rPr lang="es-CL" dirty="0"/>
              <a:t>Servidor de la base de datos.</a:t>
            </a:r>
          </a:p>
          <a:p>
            <a:pPr lvl="1">
              <a:lnSpc>
                <a:spcPct val="120000"/>
              </a:lnSpc>
            </a:pPr>
            <a:r>
              <a:rPr lang="es-CL" dirty="0"/>
              <a:t>Herramientas de Oracle (Forms, Reports, ...).</a:t>
            </a:r>
          </a:p>
        </p:txBody>
      </p:sp>
      <p:pic>
        <p:nvPicPr>
          <p:cNvPr id="5" name="Picture 7" descr="Lupa con búsqueda de archivos">
            <a:extLst>
              <a:ext uri="{FF2B5EF4-FFF2-40B4-BE49-F238E27FC236}">
                <a16:creationId xmlns:a16="http://schemas.microsoft.com/office/drawing/2014/main" id="{C27E734B-99A5-B445-BB7E-48299F01C95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50" b="10446"/>
          <a:stretch/>
        </p:blipFill>
        <p:spPr bwMode="auto">
          <a:xfrm>
            <a:off x="8522176" y="3890962"/>
            <a:ext cx="4621132" cy="37433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7177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7" descr="Lupa con búsqueda de archivos">
            <a:extLst>
              <a:ext uri="{FF2B5EF4-FFF2-40B4-BE49-F238E27FC236}">
                <a16:creationId xmlns:a16="http://schemas.microsoft.com/office/drawing/2014/main" id="{2728F43F-61A2-9C40-B357-ED31BD0034C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550" b="10446"/>
          <a:stretch/>
        </p:blipFill>
        <p:spPr bwMode="auto">
          <a:xfrm>
            <a:off x="8522176" y="3890962"/>
            <a:ext cx="4621132" cy="3743341"/>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429C9922-B15F-FB4D-910C-F56F61964974}"/>
              </a:ext>
            </a:extLst>
          </p:cNvPr>
          <p:cNvSpPr>
            <a:spLocks noGrp="1"/>
          </p:cNvSpPr>
          <p:nvPr>
            <p:ph type="title"/>
          </p:nvPr>
        </p:nvSpPr>
        <p:spPr/>
        <p:txBody>
          <a:bodyPr/>
          <a:lstStyle/>
          <a:p>
            <a:r>
              <a:rPr lang="es-CL" dirty="0"/>
              <a:t>PL/SQL – Características</a:t>
            </a:r>
          </a:p>
        </p:txBody>
      </p:sp>
      <p:sp>
        <p:nvSpPr>
          <p:cNvPr id="3" name="Marcador de contenido 2">
            <a:extLst>
              <a:ext uri="{FF2B5EF4-FFF2-40B4-BE49-F238E27FC236}">
                <a16:creationId xmlns:a16="http://schemas.microsoft.com/office/drawing/2014/main" id="{8F8771F4-F574-8B46-894C-7312555C753A}"/>
              </a:ext>
            </a:extLst>
          </p:cNvPr>
          <p:cNvSpPr>
            <a:spLocks noGrp="1"/>
          </p:cNvSpPr>
          <p:nvPr>
            <p:ph idx="1"/>
          </p:nvPr>
        </p:nvSpPr>
        <p:spPr>
          <a:xfrm>
            <a:off x="691755" y="1815786"/>
            <a:ext cx="12451557" cy="5135711"/>
          </a:xfrm>
        </p:spPr>
        <p:txBody>
          <a:bodyPr/>
          <a:lstStyle/>
          <a:p>
            <a:r>
              <a:rPr lang="es-CL" dirty="0"/>
              <a:t>Es un Lenguaje Estructurado que considera lo siguiente.</a:t>
            </a:r>
          </a:p>
          <a:p>
            <a:pPr lvl="1"/>
            <a:r>
              <a:rPr lang="es-CL" b="1" dirty="0"/>
              <a:t>Declare:</a:t>
            </a:r>
            <a:r>
              <a:rPr lang="es-CL" dirty="0"/>
              <a:t> Sección para declarar variables, cursores, tipos de datos, etc.</a:t>
            </a:r>
          </a:p>
          <a:p>
            <a:pPr lvl="1"/>
            <a:r>
              <a:rPr lang="es-CL" b="1" dirty="0"/>
              <a:t>Begin:</a:t>
            </a:r>
            <a:r>
              <a:rPr lang="es-CL" dirty="0"/>
              <a:t> Sección para sentencias SQL y estructuras de control.</a:t>
            </a:r>
          </a:p>
          <a:p>
            <a:pPr lvl="1"/>
            <a:r>
              <a:rPr lang="es-CL" b="1" dirty="0"/>
              <a:t>Exception:</a:t>
            </a:r>
            <a:r>
              <a:rPr lang="es-CL" dirty="0"/>
              <a:t> Sección para el manejo de errores y Excepciones.</a:t>
            </a:r>
          </a:p>
          <a:p>
            <a:pPr lvl="1"/>
            <a:r>
              <a:rPr lang="es-CL" b="1" dirty="0"/>
              <a:t>End:</a:t>
            </a:r>
            <a:r>
              <a:rPr lang="es-CL" dirty="0"/>
              <a:t> Para finalizar</a:t>
            </a:r>
          </a:p>
          <a:p>
            <a:endParaRPr lang="es-CL" dirty="0"/>
          </a:p>
        </p:txBody>
      </p:sp>
    </p:spTree>
    <p:extLst>
      <p:ext uri="{BB962C8B-B14F-4D97-AF65-F5344CB8AC3E}">
        <p14:creationId xmlns:p14="http://schemas.microsoft.com/office/powerpoint/2010/main" val="1011644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9C9922-B15F-FB4D-910C-F56F61964974}"/>
              </a:ext>
            </a:extLst>
          </p:cNvPr>
          <p:cNvSpPr>
            <a:spLocks noGrp="1"/>
          </p:cNvSpPr>
          <p:nvPr>
            <p:ph type="title"/>
          </p:nvPr>
        </p:nvSpPr>
        <p:spPr/>
        <p:txBody>
          <a:bodyPr/>
          <a:lstStyle/>
          <a:p>
            <a:r>
              <a:rPr lang="es-CL" dirty="0"/>
              <a:t>PL/SQL – Características</a:t>
            </a:r>
          </a:p>
        </p:txBody>
      </p:sp>
      <p:sp>
        <p:nvSpPr>
          <p:cNvPr id="3" name="Marcador de contenido 2">
            <a:extLst>
              <a:ext uri="{FF2B5EF4-FFF2-40B4-BE49-F238E27FC236}">
                <a16:creationId xmlns:a16="http://schemas.microsoft.com/office/drawing/2014/main" id="{8F8771F4-F574-8B46-894C-7312555C753A}"/>
              </a:ext>
            </a:extLst>
          </p:cNvPr>
          <p:cNvSpPr>
            <a:spLocks noGrp="1"/>
          </p:cNvSpPr>
          <p:nvPr>
            <p:ph idx="1"/>
          </p:nvPr>
        </p:nvSpPr>
        <p:spPr/>
        <p:txBody>
          <a:bodyPr>
            <a:normAutofit/>
          </a:bodyPr>
          <a:lstStyle/>
          <a:p>
            <a:r>
              <a:rPr lang="es-CL" dirty="0"/>
              <a:t>Variables y tipos de datos (Predefinidos o de Usuario)</a:t>
            </a:r>
          </a:p>
          <a:p>
            <a:pPr lvl="1"/>
            <a:r>
              <a:rPr lang="es-CL" dirty="0"/>
              <a:t>Variables con tipos predefinidos: date, number, char, varchar2, etc.</a:t>
            </a:r>
          </a:p>
          <a:p>
            <a:pPr lvl="2"/>
            <a:r>
              <a:rPr lang="es-CL" dirty="0"/>
              <a:t>Nombre varchar2(50),</a:t>
            </a:r>
          </a:p>
          <a:p>
            <a:pPr lvl="2"/>
            <a:r>
              <a:rPr lang="es-CL" dirty="0"/>
              <a:t>Fecha_nacimiento date,</a:t>
            </a:r>
          </a:p>
          <a:p>
            <a:pPr lvl="2"/>
            <a:r>
              <a:rPr lang="es-CL" dirty="0"/>
              <a:t>Edad number</a:t>
            </a:r>
          </a:p>
          <a:p>
            <a:pPr lvl="1"/>
            <a:r>
              <a:rPr lang="es-CL" dirty="0"/>
              <a:t>Variables con tipos de Usuario:</a:t>
            </a:r>
          </a:p>
          <a:p>
            <a:pPr lvl="2"/>
            <a:r>
              <a:rPr lang="es-CL" dirty="0"/>
              <a:t>TYPE t_afiliado is Record(Cedula number,Nombre varchar2(20));</a:t>
            </a:r>
          </a:p>
          <a:p>
            <a:pPr lvl="2"/>
            <a:r>
              <a:rPr lang="es-CL" dirty="0"/>
              <a:t>v_afiliado t_afiliado;</a:t>
            </a:r>
          </a:p>
          <a:p>
            <a:endParaRPr lang="es-CL" dirty="0"/>
          </a:p>
        </p:txBody>
      </p:sp>
    </p:spTree>
    <p:extLst>
      <p:ext uri="{BB962C8B-B14F-4D97-AF65-F5344CB8AC3E}">
        <p14:creationId xmlns:p14="http://schemas.microsoft.com/office/powerpoint/2010/main" val="33293641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9C9922-B15F-FB4D-910C-F56F61964974}"/>
              </a:ext>
            </a:extLst>
          </p:cNvPr>
          <p:cNvSpPr>
            <a:spLocks noGrp="1"/>
          </p:cNvSpPr>
          <p:nvPr>
            <p:ph type="title"/>
          </p:nvPr>
        </p:nvSpPr>
        <p:spPr/>
        <p:txBody>
          <a:bodyPr/>
          <a:lstStyle/>
          <a:p>
            <a:r>
              <a:rPr lang="es-CL" dirty="0"/>
              <a:t>PL/SQL – Características</a:t>
            </a:r>
          </a:p>
        </p:txBody>
      </p:sp>
      <p:sp>
        <p:nvSpPr>
          <p:cNvPr id="3" name="Marcador de contenido 2">
            <a:extLst>
              <a:ext uri="{FF2B5EF4-FFF2-40B4-BE49-F238E27FC236}">
                <a16:creationId xmlns:a16="http://schemas.microsoft.com/office/drawing/2014/main" id="{8F8771F4-F574-8B46-894C-7312555C753A}"/>
              </a:ext>
            </a:extLst>
          </p:cNvPr>
          <p:cNvSpPr>
            <a:spLocks noGrp="1"/>
          </p:cNvSpPr>
          <p:nvPr>
            <p:ph idx="1"/>
          </p:nvPr>
        </p:nvSpPr>
        <p:spPr/>
        <p:txBody>
          <a:bodyPr>
            <a:normAutofit/>
          </a:bodyPr>
          <a:lstStyle/>
          <a:p>
            <a:r>
              <a:rPr lang="es-CL" dirty="0"/>
              <a:t>Estructuras de control</a:t>
            </a:r>
          </a:p>
          <a:p>
            <a:pPr lvl="1"/>
            <a:r>
              <a:rPr lang="es-CL" dirty="0"/>
              <a:t>If… then… else… end if;</a:t>
            </a:r>
          </a:p>
          <a:p>
            <a:pPr lvl="1"/>
            <a:r>
              <a:rPr lang="es-CL" dirty="0"/>
              <a:t>Loop… exit… when… end loop;</a:t>
            </a:r>
          </a:p>
          <a:p>
            <a:pPr lvl="1"/>
            <a:r>
              <a:rPr lang="es-CL" dirty="0"/>
              <a:t>For… in… loop… end loop;</a:t>
            </a:r>
          </a:p>
        </p:txBody>
      </p:sp>
    </p:spTree>
    <p:extLst>
      <p:ext uri="{BB962C8B-B14F-4D97-AF65-F5344CB8AC3E}">
        <p14:creationId xmlns:p14="http://schemas.microsoft.com/office/powerpoint/2010/main" val="41300465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71B360F-6FF1-6146-A775-A42DDCF7D56C}"/>
              </a:ext>
            </a:extLst>
          </p:cNvPr>
          <p:cNvSpPr>
            <a:spLocks noGrp="1"/>
          </p:cNvSpPr>
          <p:nvPr>
            <p:ph type="title"/>
          </p:nvPr>
        </p:nvSpPr>
        <p:spPr/>
        <p:txBody>
          <a:bodyPr/>
          <a:lstStyle/>
          <a:p>
            <a:r>
              <a:rPr lang="es-CL" dirty="0"/>
              <a:t>PL/SQL - Estructura Básica</a:t>
            </a:r>
          </a:p>
        </p:txBody>
      </p:sp>
      <p:sp>
        <p:nvSpPr>
          <p:cNvPr id="3" name="Marcador de contenido 2">
            <a:extLst>
              <a:ext uri="{FF2B5EF4-FFF2-40B4-BE49-F238E27FC236}">
                <a16:creationId xmlns:a16="http://schemas.microsoft.com/office/drawing/2014/main" id="{E64D1636-538C-AD4C-8054-119AE63ABE11}"/>
              </a:ext>
            </a:extLst>
          </p:cNvPr>
          <p:cNvSpPr>
            <a:spLocks noGrp="1"/>
          </p:cNvSpPr>
          <p:nvPr>
            <p:ph idx="1"/>
          </p:nvPr>
        </p:nvSpPr>
        <p:spPr/>
        <p:txBody>
          <a:bodyPr/>
          <a:lstStyle/>
          <a:p>
            <a:r>
              <a:rPr lang="es-CL" dirty="0"/>
              <a:t>Declare</a:t>
            </a:r>
          </a:p>
          <a:p>
            <a:pPr marL="518785" lvl="1" indent="0">
              <a:buNone/>
            </a:pPr>
            <a:r>
              <a:rPr lang="es-CL" dirty="0"/>
              <a:t>--Sección Declarativa</a:t>
            </a:r>
          </a:p>
          <a:p>
            <a:r>
              <a:rPr lang="es-CL" dirty="0"/>
              <a:t>Begin</a:t>
            </a:r>
          </a:p>
          <a:p>
            <a:pPr marL="518785" lvl="1" indent="0">
              <a:buNone/>
            </a:pPr>
            <a:r>
              <a:rPr lang="es-CL" dirty="0"/>
              <a:t>--Sección Ejecutable</a:t>
            </a:r>
          </a:p>
          <a:p>
            <a:r>
              <a:rPr lang="es-CL" dirty="0"/>
              <a:t>Exception</a:t>
            </a:r>
          </a:p>
          <a:p>
            <a:pPr marL="518785" lvl="1" indent="0">
              <a:buNone/>
            </a:pPr>
            <a:r>
              <a:rPr lang="es-CL" dirty="0"/>
              <a:t>--Sección para Excepciones</a:t>
            </a:r>
          </a:p>
          <a:p>
            <a:r>
              <a:rPr lang="es-CL" dirty="0"/>
              <a:t>End;</a:t>
            </a:r>
          </a:p>
          <a:p>
            <a:endParaRPr lang="es-CL" dirty="0"/>
          </a:p>
        </p:txBody>
      </p:sp>
    </p:spTree>
    <p:extLst>
      <p:ext uri="{BB962C8B-B14F-4D97-AF65-F5344CB8AC3E}">
        <p14:creationId xmlns:p14="http://schemas.microsoft.com/office/powerpoint/2010/main" val="28674732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23633E-7B88-D64B-96B5-D679E80A9D96}"/>
              </a:ext>
            </a:extLst>
          </p:cNvPr>
          <p:cNvSpPr>
            <a:spLocks noGrp="1"/>
          </p:cNvSpPr>
          <p:nvPr>
            <p:ph type="title"/>
          </p:nvPr>
        </p:nvSpPr>
        <p:spPr/>
        <p:txBody>
          <a:bodyPr/>
          <a:lstStyle/>
          <a:p>
            <a:r>
              <a:rPr lang="es-CL" dirty="0"/>
              <a:t>PL/SQL – Estructuras de Control</a:t>
            </a:r>
          </a:p>
        </p:txBody>
      </p:sp>
      <p:sp>
        <p:nvSpPr>
          <p:cNvPr id="4" name="Marcador de contenido 2">
            <a:extLst>
              <a:ext uri="{FF2B5EF4-FFF2-40B4-BE49-F238E27FC236}">
                <a16:creationId xmlns:a16="http://schemas.microsoft.com/office/drawing/2014/main" id="{06F1FBAA-B55F-BD47-AA17-E75EC847C89E}"/>
              </a:ext>
            </a:extLst>
          </p:cNvPr>
          <p:cNvSpPr>
            <a:spLocks noGrp="1"/>
          </p:cNvSpPr>
          <p:nvPr>
            <p:ph idx="1"/>
          </p:nvPr>
        </p:nvSpPr>
        <p:spPr>
          <a:xfrm>
            <a:off x="951389" y="2213025"/>
            <a:ext cx="11932285" cy="5337464"/>
          </a:xfrm>
        </p:spPr>
        <p:txBody>
          <a:bodyPr/>
          <a:lstStyle/>
          <a:p>
            <a:pPr>
              <a:lnSpc>
                <a:spcPct val="120000"/>
              </a:lnSpc>
            </a:pPr>
            <a:r>
              <a:rPr lang="es-CL" dirty="0"/>
              <a:t>IF/THEN/ELSE</a:t>
            </a:r>
          </a:p>
          <a:p>
            <a:pPr lvl="1">
              <a:lnSpc>
                <a:spcPct val="120000"/>
              </a:lnSpc>
            </a:pPr>
            <a:r>
              <a:rPr lang="es-CL" dirty="0"/>
              <a:t>IF(Condición) </a:t>
            </a:r>
            <a:r>
              <a:rPr lang="es-CL" dirty="0" err="1"/>
              <a:t>then</a:t>
            </a:r>
            <a:endParaRPr lang="es-CL" dirty="0"/>
          </a:p>
          <a:p>
            <a:pPr lvl="2">
              <a:lnSpc>
                <a:spcPct val="120000"/>
              </a:lnSpc>
            </a:pPr>
            <a:r>
              <a:rPr lang="es-CL" dirty="0"/>
              <a:t>Instrucciones;</a:t>
            </a:r>
          </a:p>
          <a:p>
            <a:pPr lvl="1">
              <a:lnSpc>
                <a:spcPct val="120000"/>
              </a:lnSpc>
            </a:pPr>
            <a:r>
              <a:rPr lang="es-CL" dirty="0"/>
              <a:t>ELSIF(Condición2) </a:t>
            </a:r>
            <a:r>
              <a:rPr lang="es-CL" dirty="0" err="1"/>
              <a:t>then</a:t>
            </a:r>
            <a:endParaRPr lang="es-CL" dirty="0"/>
          </a:p>
          <a:p>
            <a:pPr lvl="2">
              <a:lnSpc>
                <a:spcPct val="120000"/>
              </a:lnSpc>
            </a:pPr>
            <a:r>
              <a:rPr lang="es-CL" dirty="0"/>
              <a:t>Instrucciones;</a:t>
            </a:r>
          </a:p>
          <a:p>
            <a:pPr lvl="1">
              <a:lnSpc>
                <a:spcPct val="120000"/>
              </a:lnSpc>
            </a:pPr>
            <a:r>
              <a:rPr lang="es-CL" dirty="0" err="1"/>
              <a:t>ElSE</a:t>
            </a:r>
            <a:endParaRPr lang="es-CL" dirty="0"/>
          </a:p>
          <a:p>
            <a:pPr lvl="2">
              <a:lnSpc>
                <a:spcPct val="120000"/>
              </a:lnSpc>
            </a:pPr>
            <a:r>
              <a:rPr lang="es-CL" dirty="0"/>
              <a:t>Instrucciones;</a:t>
            </a:r>
          </a:p>
          <a:p>
            <a:pPr lvl="1">
              <a:lnSpc>
                <a:spcPct val="120000"/>
              </a:lnSpc>
            </a:pPr>
            <a:r>
              <a:rPr lang="es-CL" dirty="0" err="1"/>
              <a:t>End</a:t>
            </a:r>
            <a:r>
              <a:rPr lang="es-CL" dirty="0"/>
              <a:t> IF;</a:t>
            </a:r>
          </a:p>
          <a:p>
            <a:pPr lvl="1">
              <a:lnSpc>
                <a:spcPct val="120000"/>
              </a:lnSpc>
            </a:pPr>
            <a:endParaRPr lang="es-CL" sz="1589" dirty="0"/>
          </a:p>
          <a:p>
            <a:endParaRPr lang="es-CL" dirty="0"/>
          </a:p>
        </p:txBody>
      </p:sp>
      <p:sp>
        <p:nvSpPr>
          <p:cNvPr id="5" name="Elipse 4">
            <a:extLst>
              <a:ext uri="{FF2B5EF4-FFF2-40B4-BE49-F238E27FC236}">
                <a16:creationId xmlns:a16="http://schemas.microsoft.com/office/drawing/2014/main" id="{9F03DA4B-690E-684B-8C1F-A98FC32C580C}"/>
              </a:ext>
            </a:extLst>
          </p:cNvPr>
          <p:cNvSpPr/>
          <p:nvPr/>
        </p:nvSpPr>
        <p:spPr>
          <a:xfrm>
            <a:off x="2166979" y="2960944"/>
            <a:ext cx="1879309" cy="751666"/>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s-CL" sz="2269"/>
          </a:p>
        </p:txBody>
      </p:sp>
    </p:spTree>
    <p:extLst>
      <p:ext uri="{BB962C8B-B14F-4D97-AF65-F5344CB8AC3E}">
        <p14:creationId xmlns:p14="http://schemas.microsoft.com/office/powerpoint/2010/main" val="4030019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4A11C8-81D7-8C4E-8B71-627FB679A5B2}"/>
              </a:ext>
            </a:extLst>
          </p:cNvPr>
          <p:cNvSpPr>
            <a:spLocks noGrp="1"/>
          </p:cNvSpPr>
          <p:nvPr>
            <p:ph type="title"/>
          </p:nvPr>
        </p:nvSpPr>
        <p:spPr/>
        <p:txBody>
          <a:bodyPr/>
          <a:lstStyle/>
          <a:p>
            <a:r>
              <a:rPr lang="es-CL" dirty="0"/>
              <a:t>PL/SQL – Loops</a:t>
            </a:r>
          </a:p>
        </p:txBody>
      </p:sp>
      <p:sp>
        <p:nvSpPr>
          <p:cNvPr id="3" name="Marcador de contenido 2">
            <a:extLst>
              <a:ext uri="{FF2B5EF4-FFF2-40B4-BE49-F238E27FC236}">
                <a16:creationId xmlns:a16="http://schemas.microsoft.com/office/drawing/2014/main" id="{9C74A19F-B5DF-DA44-8E72-20CEF1318279}"/>
              </a:ext>
            </a:extLst>
          </p:cNvPr>
          <p:cNvSpPr>
            <a:spLocks noGrp="1"/>
          </p:cNvSpPr>
          <p:nvPr>
            <p:ph idx="1"/>
          </p:nvPr>
        </p:nvSpPr>
        <p:spPr/>
        <p:txBody>
          <a:bodyPr>
            <a:normAutofit lnSpcReduction="10000"/>
          </a:bodyPr>
          <a:lstStyle/>
          <a:p>
            <a:pPr>
              <a:lnSpc>
                <a:spcPct val="120000"/>
              </a:lnSpc>
            </a:pPr>
            <a:r>
              <a:rPr lang="es-CL" dirty="0"/>
              <a:t>WHILE LOOPS</a:t>
            </a:r>
          </a:p>
          <a:p>
            <a:pPr lvl="1">
              <a:lnSpc>
                <a:spcPct val="120000"/>
              </a:lnSpc>
            </a:pPr>
            <a:r>
              <a:rPr lang="es-CL" dirty="0"/>
              <a:t>While (Condición) Loop</a:t>
            </a:r>
          </a:p>
          <a:p>
            <a:pPr lvl="2">
              <a:lnSpc>
                <a:spcPct val="120000"/>
              </a:lnSpc>
            </a:pPr>
            <a:r>
              <a:rPr lang="es-CL" dirty="0"/>
              <a:t>Instrucciones</a:t>
            </a:r>
          </a:p>
          <a:p>
            <a:pPr lvl="1">
              <a:lnSpc>
                <a:spcPct val="120000"/>
              </a:lnSpc>
            </a:pPr>
            <a:r>
              <a:rPr lang="es-CL" dirty="0"/>
              <a:t>End Loop;</a:t>
            </a:r>
          </a:p>
          <a:p>
            <a:pPr>
              <a:lnSpc>
                <a:spcPct val="120000"/>
              </a:lnSpc>
            </a:pPr>
            <a:r>
              <a:rPr lang="es-CL" dirty="0"/>
              <a:t>FOR LOOPS</a:t>
            </a:r>
          </a:p>
          <a:p>
            <a:pPr lvl="1">
              <a:lnSpc>
                <a:spcPct val="120000"/>
              </a:lnSpc>
            </a:pPr>
            <a:r>
              <a:rPr lang="es-CL" dirty="0"/>
              <a:t>For contador IN [Reverse] lim_inf .. lim_sup Loop</a:t>
            </a:r>
          </a:p>
          <a:p>
            <a:pPr lvl="2">
              <a:lnSpc>
                <a:spcPct val="120000"/>
              </a:lnSpc>
            </a:pPr>
            <a:r>
              <a:rPr lang="es-CL" dirty="0"/>
              <a:t>Instrucciones</a:t>
            </a:r>
          </a:p>
          <a:p>
            <a:pPr lvl="1">
              <a:lnSpc>
                <a:spcPct val="120000"/>
              </a:lnSpc>
            </a:pPr>
            <a:r>
              <a:rPr lang="es-CL" dirty="0"/>
              <a:t>End Loop;</a:t>
            </a:r>
          </a:p>
          <a:p>
            <a:endParaRPr lang="es-CL" dirty="0"/>
          </a:p>
        </p:txBody>
      </p:sp>
    </p:spTree>
    <p:extLst>
      <p:ext uri="{BB962C8B-B14F-4D97-AF65-F5344CB8AC3E}">
        <p14:creationId xmlns:p14="http://schemas.microsoft.com/office/powerpoint/2010/main" val="22300773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0B7C82-AF54-4440-B0E6-7A532DBFB8C2}"/>
              </a:ext>
            </a:extLst>
          </p:cNvPr>
          <p:cNvSpPr>
            <a:spLocks noGrp="1"/>
          </p:cNvSpPr>
          <p:nvPr>
            <p:ph type="title"/>
          </p:nvPr>
        </p:nvSpPr>
        <p:spPr/>
        <p:txBody>
          <a:bodyPr>
            <a:normAutofit fontScale="90000"/>
          </a:bodyPr>
          <a:lstStyle/>
          <a:p>
            <a:r>
              <a:rPr lang="es-CL" dirty="0"/>
              <a:t>Procedimientos Almacenados – ¿Qué Son?</a:t>
            </a:r>
          </a:p>
        </p:txBody>
      </p:sp>
      <p:sp>
        <p:nvSpPr>
          <p:cNvPr id="3" name="Marcador de contenido 2">
            <a:extLst>
              <a:ext uri="{FF2B5EF4-FFF2-40B4-BE49-F238E27FC236}">
                <a16:creationId xmlns:a16="http://schemas.microsoft.com/office/drawing/2014/main" id="{2EA118D8-9882-BA49-8769-F8235490DD4D}"/>
              </a:ext>
            </a:extLst>
          </p:cNvPr>
          <p:cNvSpPr>
            <a:spLocks noGrp="1"/>
          </p:cNvSpPr>
          <p:nvPr>
            <p:ph idx="1"/>
          </p:nvPr>
        </p:nvSpPr>
        <p:spPr/>
        <p:txBody>
          <a:bodyPr>
            <a:normAutofit/>
          </a:bodyPr>
          <a:lstStyle/>
          <a:p>
            <a:r>
              <a:rPr lang="es-CL" dirty="0"/>
              <a:t>Los procedimientos se encuentran compilados y almacenados en la base de datos. </a:t>
            </a:r>
          </a:p>
          <a:p>
            <a:r>
              <a:rPr lang="es-CL" dirty="0"/>
              <a:t>Son un tipo de subprograma que realiza una acción</a:t>
            </a:r>
          </a:p>
          <a:p>
            <a:r>
              <a:rPr lang="es-CL" dirty="0"/>
              <a:t>Se pueden almacenar como objetos del esquema</a:t>
            </a:r>
          </a:p>
          <a:p>
            <a:r>
              <a:rPr lang="es-CL" dirty="0"/>
              <a:t>Estos pueden realizar operaciones de mantenimiento, actualización, inserción y eliminación. </a:t>
            </a:r>
          </a:p>
          <a:p>
            <a:r>
              <a:rPr lang="es-CL" dirty="0"/>
              <a:t>Pueden recibir parámetros para realizar sus tareas. </a:t>
            </a:r>
          </a:p>
          <a:p>
            <a:r>
              <a:rPr lang="es-CL" dirty="0"/>
              <a:t>Fomentan la capacidad de reutilización y mantenimiento.</a:t>
            </a:r>
          </a:p>
        </p:txBody>
      </p:sp>
    </p:spTree>
    <p:extLst>
      <p:ext uri="{BB962C8B-B14F-4D97-AF65-F5344CB8AC3E}">
        <p14:creationId xmlns:p14="http://schemas.microsoft.com/office/powerpoint/2010/main" val="27739493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0A6483-63BD-3743-A581-D25411988250}"/>
              </a:ext>
            </a:extLst>
          </p:cNvPr>
          <p:cNvSpPr>
            <a:spLocks noGrp="1"/>
          </p:cNvSpPr>
          <p:nvPr>
            <p:ph type="title"/>
          </p:nvPr>
        </p:nvSpPr>
        <p:spPr/>
        <p:txBody>
          <a:bodyPr/>
          <a:lstStyle/>
          <a:p>
            <a:r>
              <a:rPr lang="es-CL" dirty="0"/>
              <a:t>Procedimientos Almacenados</a:t>
            </a:r>
          </a:p>
        </p:txBody>
      </p:sp>
      <p:sp>
        <p:nvSpPr>
          <p:cNvPr id="3" name="Marcador de contenido 2">
            <a:extLst>
              <a:ext uri="{FF2B5EF4-FFF2-40B4-BE49-F238E27FC236}">
                <a16:creationId xmlns:a16="http://schemas.microsoft.com/office/drawing/2014/main" id="{1CC609C0-1821-9B4A-BBA0-164E9FE8E001}"/>
              </a:ext>
            </a:extLst>
          </p:cNvPr>
          <p:cNvSpPr>
            <a:spLocks noGrp="1"/>
          </p:cNvSpPr>
          <p:nvPr>
            <p:ph idx="1"/>
          </p:nvPr>
        </p:nvSpPr>
        <p:spPr/>
        <p:txBody>
          <a:bodyPr/>
          <a:lstStyle/>
          <a:p>
            <a:r>
              <a:rPr lang="es-CL" dirty="0"/>
              <a:t>Utilice la cláusula CREATE para crear un procedimiento autónomo que se almacene en Oracle Database.</a:t>
            </a:r>
          </a:p>
          <a:p>
            <a:r>
              <a:rPr lang="es-CL" dirty="0"/>
              <a:t>Utilice la opción OR REPLACE para sustituir un procedimiento existente.</a:t>
            </a:r>
          </a:p>
          <a:p>
            <a:r>
              <a:rPr lang="es-CL" dirty="0"/>
              <a:t>Sintaxis.</a:t>
            </a:r>
          </a:p>
          <a:p>
            <a:endParaRPr lang="es-CL" dirty="0"/>
          </a:p>
        </p:txBody>
      </p:sp>
      <p:pic>
        <p:nvPicPr>
          <p:cNvPr id="4" name="Imagen 3">
            <a:extLst>
              <a:ext uri="{FF2B5EF4-FFF2-40B4-BE49-F238E27FC236}">
                <a16:creationId xmlns:a16="http://schemas.microsoft.com/office/drawing/2014/main" id="{88ECE4B4-5C38-4B4B-AF6E-3C6FBEBEC57B}"/>
              </a:ext>
            </a:extLst>
          </p:cNvPr>
          <p:cNvPicPr>
            <a:picLocks noChangeAspect="1"/>
          </p:cNvPicPr>
          <p:nvPr/>
        </p:nvPicPr>
        <p:blipFill rotWithShape="1">
          <a:blip r:embed="rId2"/>
          <a:srcRect l="14867" t="60954" r="35148" b="11496"/>
          <a:stretch/>
        </p:blipFill>
        <p:spPr>
          <a:xfrm>
            <a:off x="3722755" y="4408378"/>
            <a:ext cx="9593717" cy="2972859"/>
          </a:xfrm>
          <a:prstGeom prst="rect">
            <a:avLst/>
          </a:prstGeom>
        </p:spPr>
      </p:pic>
    </p:spTree>
    <p:extLst>
      <p:ext uri="{BB962C8B-B14F-4D97-AF65-F5344CB8AC3E}">
        <p14:creationId xmlns:p14="http://schemas.microsoft.com/office/powerpoint/2010/main" val="1085881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6554C91-CC87-4549-B773-4614E941FBBF}"/>
              </a:ext>
            </a:extLst>
          </p:cNvPr>
          <p:cNvSpPr>
            <a:spLocks noGrp="1"/>
          </p:cNvSpPr>
          <p:nvPr>
            <p:ph type="title"/>
          </p:nvPr>
        </p:nvSpPr>
        <p:spPr/>
        <p:txBody>
          <a:bodyPr>
            <a:normAutofit fontScale="90000"/>
          </a:bodyPr>
          <a:lstStyle/>
          <a:p>
            <a:r>
              <a:rPr lang="es-CL" dirty="0"/>
              <a:t>Procedimeintos Almacenados – Ejemplos Básicos</a:t>
            </a:r>
          </a:p>
        </p:txBody>
      </p:sp>
      <p:sp>
        <p:nvSpPr>
          <p:cNvPr id="3" name="Marcador de contenido 2">
            <a:extLst>
              <a:ext uri="{FF2B5EF4-FFF2-40B4-BE49-F238E27FC236}">
                <a16:creationId xmlns:a16="http://schemas.microsoft.com/office/drawing/2014/main" id="{2F77F02D-8B7D-A64D-B479-D6EFD59DB44F}"/>
              </a:ext>
            </a:extLst>
          </p:cNvPr>
          <p:cNvSpPr>
            <a:spLocks noGrp="1"/>
          </p:cNvSpPr>
          <p:nvPr>
            <p:ph idx="1"/>
          </p:nvPr>
        </p:nvSpPr>
        <p:spPr/>
        <p:txBody>
          <a:bodyPr/>
          <a:lstStyle/>
          <a:p>
            <a:r>
              <a:rPr lang="es-CL" dirty="0"/>
              <a:t>Insert</a:t>
            </a:r>
          </a:p>
          <a:p>
            <a:r>
              <a:rPr lang="es-CL" dirty="0"/>
              <a:t>Update</a:t>
            </a:r>
          </a:p>
          <a:p>
            <a:r>
              <a:rPr lang="es-CL" dirty="0"/>
              <a:t>Delete</a:t>
            </a:r>
          </a:p>
          <a:p>
            <a:pPr marL="0" indent="0">
              <a:buNone/>
            </a:pPr>
            <a:endParaRPr lang="es-CL" dirty="0"/>
          </a:p>
        </p:txBody>
      </p:sp>
    </p:spTree>
    <p:extLst>
      <p:ext uri="{BB962C8B-B14F-4D97-AF65-F5344CB8AC3E}">
        <p14:creationId xmlns:p14="http://schemas.microsoft.com/office/powerpoint/2010/main" val="26124266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9E0180-3B92-2F4F-9896-937D0AA89CAF}"/>
              </a:ext>
            </a:extLst>
          </p:cNvPr>
          <p:cNvSpPr>
            <a:spLocks noGrp="1"/>
          </p:cNvSpPr>
          <p:nvPr>
            <p:ph type="title"/>
          </p:nvPr>
        </p:nvSpPr>
        <p:spPr/>
        <p:txBody>
          <a:bodyPr>
            <a:normAutofit fontScale="90000"/>
          </a:bodyPr>
          <a:lstStyle/>
          <a:p>
            <a:r>
              <a:rPr lang="es-CL" dirty="0"/>
              <a:t>Procedimientos Almacenados - Importante</a:t>
            </a:r>
          </a:p>
        </p:txBody>
      </p:sp>
      <p:sp>
        <p:nvSpPr>
          <p:cNvPr id="3" name="Marcador de contenido 2">
            <a:extLst>
              <a:ext uri="{FF2B5EF4-FFF2-40B4-BE49-F238E27FC236}">
                <a16:creationId xmlns:a16="http://schemas.microsoft.com/office/drawing/2014/main" id="{5A690051-9D10-F54E-A390-FDCD41BC405E}"/>
              </a:ext>
            </a:extLst>
          </p:cNvPr>
          <p:cNvSpPr>
            <a:spLocks noGrp="1"/>
          </p:cNvSpPr>
          <p:nvPr>
            <p:ph idx="1"/>
          </p:nvPr>
        </p:nvSpPr>
        <p:spPr/>
        <p:txBody>
          <a:bodyPr/>
          <a:lstStyle/>
          <a:p>
            <a:r>
              <a:rPr lang="es-CL" dirty="0"/>
              <a:t>Dentro de un procedimiento debe considerar la utilización de:</a:t>
            </a:r>
          </a:p>
          <a:p>
            <a:pPr lvl="1"/>
            <a:r>
              <a:rPr lang="es-ES" dirty="0"/>
              <a:t>Control de Concurrencia.</a:t>
            </a:r>
          </a:p>
          <a:p>
            <a:pPr lvl="1"/>
            <a:r>
              <a:rPr lang="es-ES" dirty="0" err="1"/>
              <a:t>Commit</a:t>
            </a:r>
            <a:r>
              <a:rPr lang="es-ES" dirty="0"/>
              <a:t>.</a:t>
            </a:r>
          </a:p>
          <a:p>
            <a:pPr lvl="1"/>
            <a:r>
              <a:rPr lang="es-ES" dirty="0"/>
              <a:t>Control y Manejo de Excepciones.</a:t>
            </a:r>
          </a:p>
          <a:p>
            <a:pPr lvl="1"/>
            <a:r>
              <a:rPr lang="es-ES" dirty="0" err="1"/>
              <a:t>Rollback</a:t>
            </a:r>
            <a:r>
              <a:rPr lang="es-ES" dirty="0"/>
              <a:t>.</a:t>
            </a:r>
            <a:endParaRPr lang="es-CL" dirty="0"/>
          </a:p>
          <a:p>
            <a:endParaRPr lang="es-CL" dirty="0"/>
          </a:p>
        </p:txBody>
      </p:sp>
    </p:spTree>
    <p:extLst>
      <p:ext uri="{BB962C8B-B14F-4D97-AF65-F5344CB8AC3E}">
        <p14:creationId xmlns:p14="http://schemas.microsoft.com/office/powerpoint/2010/main" val="36658227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177FA26-6D7D-FA49-80D1-8C82D79A468E}"/>
              </a:ext>
            </a:extLst>
          </p:cNvPr>
          <p:cNvSpPr>
            <a:spLocks noGrp="1"/>
          </p:cNvSpPr>
          <p:nvPr>
            <p:ph type="title"/>
          </p:nvPr>
        </p:nvSpPr>
        <p:spPr/>
        <p:txBody>
          <a:bodyPr/>
          <a:lstStyle/>
          <a:p>
            <a:r>
              <a:rPr lang="es-CL" dirty="0"/>
              <a:t>Procedimento Almacenado – Ejemplo</a:t>
            </a:r>
          </a:p>
        </p:txBody>
      </p:sp>
      <p:pic>
        <p:nvPicPr>
          <p:cNvPr id="4" name="Picture 3">
            <a:extLst>
              <a:ext uri="{FF2B5EF4-FFF2-40B4-BE49-F238E27FC236}">
                <a16:creationId xmlns:a16="http://schemas.microsoft.com/office/drawing/2014/main" id="{F776B2D8-A71C-9745-846E-64032F4F7363}"/>
              </a:ext>
            </a:extLst>
          </p:cNvPr>
          <p:cNvPicPr>
            <a:picLocks noChangeAspect="1" noChangeArrowheads="1"/>
          </p:cNvPicPr>
          <p:nvPr/>
        </p:nvPicPr>
        <p:blipFill>
          <a:blip r:embed="rId2">
            <a:extLst>
              <a:ext uri="{BEBA8EAE-BF5A-486C-A8C5-ECC9F3942E4B}">
                <a14:imgProps xmlns:a14="http://schemas.microsoft.com/office/drawing/2010/main">
                  <a14:imgLayer>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927397" y="1918461"/>
            <a:ext cx="6758039" cy="53929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426849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0934F4-671A-9A4B-880A-38AED16B4B3B}"/>
              </a:ext>
            </a:extLst>
          </p:cNvPr>
          <p:cNvSpPr>
            <a:spLocks noGrp="1"/>
          </p:cNvSpPr>
          <p:nvPr>
            <p:ph type="title"/>
          </p:nvPr>
        </p:nvSpPr>
        <p:spPr/>
        <p:txBody>
          <a:bodyPr/>
          <a:lstStyle/>
          <a:p>
            <a:r>
              <a:rPr lang="es-CL" dirty="0"/>
              <a:t>Procedimiento Almacenado – Insert</a:t>
            </a:r>
          </a:p>
        </p:txBody>
      </p:sp>
      <p:pic>
        <p:nvPicPr>
          <p:cNvPr id="4" name="Picture 2">
            <a:extLst>
              <a:ext uri="{FF2B5EF4-FFF2-40B4-BE49-F238E27FC236}">
                <a16:creationId xmlns:a16="http://schemas.microsoft.com/office/drawing/2014/main" id="{C9B1E4A2-B1E3-1B4F-A52A-B31B54D3EFE9}"/>
              </a:ext>
            </a:extLst>
          </p:cNvPr>
          <p:cNvPicPr>
            <a:picLocks noChangeAspect="1" noChangeArrowheads="1"/>
          </p:cNvPicPr>
          <p:nvPr/>
        </p:nvPicPr>
        <p:blipFill rotWithShape="1">
          <a:blip r:embed="rId2">
            <a:extLst>
              <a:ext uri="{BEBA8EAE-BF5A-486C-A8C5-ECC9F3942E4B}">
                <a14:imgProps xmlns:a14="http://schemas.microsoft.com/office/drawing/2010/main">
                  <a14:imgLayer>
                    <a14:imgEffect>
                      <a14:sharpenSoften amount="25000"/>
                    </a14:imgEffect>
                  </a14:imgLayer>
                </a14:imgProps>
              </a:ext>
              <a:ext uri="{28A0092B-C50C-407E-A947-70E740481C1C}">
                <a14:useLocalDpi xmlns:a14="http://schemas.microsoft.com/office/drawing/2010/main" val="0"/>
              </a:ext>
            </a:extLst>
          </a:blip>
          <a:srcRect t="719"/>
          <a:stretch/>
        </p:blipFill>
        <p:spPr bwMode="auto">
          <a:xfrm>
            <a:off x="2076638" y="1918461"/>
            <a:ext cx="8459557" cy="54367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960819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0934F4-671A-9A4B-880A-38AED16B4B3B}"/>
              </a:ext>
            </a:extLst>
          </p:cNvPr>
          <p:cNvSpPr>
            <a:spLocks noGrp="1"/>
          </p:cNvSpPr>
          <p:nvPr>
            <p:ph type="title"/>
          </p:nvPr>
        </p:nvSpPr>
        <p:spPr/>
        <p:txBody>
          <a:bodyPr/>
          <a:lstStyle/>
          <a:p>
            <a:r>
              <a:rPr lang="es-CL" dirty="0"/>
              <a:t>Procedimiento Almacenado – Update</a:t>
            </a:r>
          </a:p>
        </p:txBody>
      </p:sp>
      <p:pic>
        <p:nvPicPr>
          <p:cNvPr id="5" name="Picture 2">
            <a:extLst>
              <a:ext uri="{FF2B5EF4-FFF2-40B4-BE49-F238E27FC236}">
                <a16:creationId xmlns:a16="http://schemas.microsoft.com/office/drawing/2014/main" id="{5CC0CA28-8568-8844-8D6C-7F9A4E25A159}"/>
              </a:ext>
            </a:extLst>
          </p:cNvPr>
          <p:cNvPicPr>
            <a:picLocks noChangeAspect="1" noChangeArrowheads="1"/>
          </p:cNvPicPr>
          <p:nvPr/>
        </p:nvPicPr>
        <p:blipFill>
          <a:blip r:embed="rId2">
            <a:extLst>
              <a:ext uri="{BEBA8EAE-BF5A-486C-A8C5-ECC9F3942E4B}">
                <a14:imgProps xmlns:a14="http://schemas.microsoft.com/office/drawing/2010/main">
                  <a14:imgLayer>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2108804" y="1751845"/>
            <a:ext cx="8395225" cy="56584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4694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0934F4-671A-9A4B-880A-38AED16B4B3B}"/>
              </a:ext>
            </a:extLst>
          </p:cNvPr>
          <p:cNvSpPr>
            <a:spLocks noGrp="1"/>
          </p:cNvSpPr>
          <p:nvPr>
            <p:ph type="title"/>
          </p:nvPr>
        </p:nvSpPr>
        <p:spPr/>
        <p:txBody>
          <a:bodyPr/>
          <a:lstStyle/>
          <a:p>
            <a:r>
              <a:rPr lang="es-CL" dirty="0"/>
              <a:t>Procedimiento Almacenado – Delete</a:t>
            </a:r>
          </a:p>
        </p:txBody>
      </p:sp>
      <p:pic>
        <p:nvPicPr>
          <p:cNvPr id="4" name="Picture 2">
            <a:extLst>
              <a:ext uri="{FF2B5EF4-FFF2-40B4-BE49-F238E27FC236}">
                <a16:creationId xmlns:a16="http://schemas.microsoft.com/office/drawing/2014/main" id="{2C707B15-C54F-FC41-9027-9138705C8BFF}"/>
              </a:ext>
            </a:extLst>
          </p:cNvPr>
          <p:cNvPicPr>
            <a:picLocks noChangeAspect="1" noChangeArrowheads="1"/>
          </p:cNvPicPr>
          <p:nvPr/>
        </p:nvPicPr>
        <p:blipFill>
          <a:blip r:embed="rId2">
            <a:extLst>
              <a:ext uri="{BEBA8EAE-BF5A-486C-A8C5-ECC9F3942E4B}">
                <a14:imgProps xmlns:a14="http://schemas.microsoft.com/office/drawing/2010/main">
                  <a14:imgLayer>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987235" y="1722504"/>
            <a:ext cx="8638363" cy="5665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768696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3E7D5C-5F08-C349-8553-CC686F58A318}"/>
              </a:ext>
            </a:extLst>
          </p:cNvPr>
          <p:cNvSpPr>
            <a:spLocks noGrp="1"/>
          </p:cNvSpPr>
          <p:nvPr>
            <p:ph type="title"/>
          </p:nvPr>
        </p:nvSpPr>
        <p:spPr/>
        <p:txBody>
          <a:bodyPr/>
          <a:lstStyle/>
          <a:p>
            <a:r>
              <a:rPr lang="es-CL" dirty="0"/>
              <a:t>Procedimiento Almacenado – Ejecutar</a:t>
            </a:r>
          </a:p>
        </p:txBody>
      </p:sp>
      <p:pic>
        <p:nvPicPr>
          <p:cNvPr id="4" name="Picture 2">
            <a:extLst>
              <a:ext uri="{FF2B5EF4-FFF2-40B4-BE49-F238E27FC236}">
                <a16:creationId xmlns:a16="http://schemas.microsoft.com/office/drawing/2014/main" id="{28388597-A6BB-3D4B-BB43-8F6C8172C2C3}"/>
              </a:ext>
            </a:extLst>
          </p:cNvPr>
          <p:cNvPicPr>
            <a:picLocks noChangeAspect="1" noChangeArrowheads="1"/>
          </p:cNvPicPr>
          <p:nvPr/>
        </p:nvPicPr>
        <p:blipFill>
          <a:blip r:embed="rId2">
            <a:extLst>
              <a:ext uri="{BEBA8EAE-BF5A-486C-A8C5-ECC9F3942E4B}">
                <a14:imgProps xmlns:a14="http://schemas.microsoft.com/office/drawing/2010/main">
                  <a14:imgLayer>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2426927" y="2810942"/>
            <a:ext cx="7758978" cy="27781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186804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CL" dirty="0"/>
              <a:t>Preguntas</a:t>
            </a:r>
          </a:p>
        </p:txBody>
      </p:sp>
      <p:pic>
        <p:nvPicPr>
          <p:cNvPr id="4098" name="Picture 2" descr="http://1.bp.blogspot.com/-UcYAOb-TVhE/UPW3rKZPhnI/AAAAAAAAAGI/bLygTk07kAY/s1600/face_question_mark.jpg"/>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4349677" y="1815784"/>
            <a:ext cx="5135711" cy="51357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2221191"/>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11812</TotalTime>
  <Words>776</Words>
  <Application>Microsoft Office PowerPoint</Application>
  <PresentationFormat>Personalizado</PresentationFormat>
  <Paragraphs>119</Paragraphs>
  <Slides>25</Slides>
  <Notes>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25</vt:i4>
      </vt:variant>
    </vt:vector>
  </HeadingPairs>
  <TitlesOfParts>
    <vt:vector size="28" baseType="lpstr">
      <vt:lpstr>Arial</vt:lpstr>
      <vt:lpstr>Calibri</vt:lpstr>
      <vt:lpstr>Tema de Office</vt:lpstr>
      <vt:lpstr>Base de Datos Ingeniería Civil en Informática</vt:lpstr>
      <vt:lpstr>Resultado de Aprendizaje</vt:lpstr>
      <vt:lpstr>Contextualicemos</vt:lpstr>
      <vt:lpstr>Seguridad de la Información</vt:lpstr>
      <vt:lpstr>Seguridad de la Información</vt:lpstr>
      <vt:lpstr>Trifuerza de la Seguridad</vt:lpstr>
      <vt:lpstr>¿Cómo lograr esto en una BD?</vt:lpstr>
      <vt:lpstr>PL/SQL</vt:lpstr>
      <vt:lpstr>PL/SQL</vt:lpstr>
      <vt:lpstr>PL/SQL – Características</vt:lpstr>
      <vt:lpstr>PL/SQL – Características</vt:lpstr>
      <vt:lpstr>PL/SQL – Características</vt:lpstr>
      <vt:lpstr>PL/SQL - Estructura Básica</vt:lpstr>
      <vt:lpstr>PL/SQL – Estructuras de Control</vt:lpstr>
      <vt:lpstr>PL/SQL – Loops</vt:lpstr>
      <vt:lpstr>Procedimientos Almacenados – ¿Qué Son?</vt:lpstr>
      <vt:lpstr>Procedimientos Almacenados</vt:lpstr>
      <vt:lpstr>Procedimeintos Almacenados – Ejemplos Básicos</vt:lpstr>
      <vt:lpstr>Procedimientos Almacenados - Importante</vt:lpstr>
      <vt:lpstr>Procedimento Almacenado – Ejemplo</vt:lpstr>
      <vt:lpstr>Procedimiento Almacenado – Insert</vt:lpstr>
      <vt:lpstr>Procedimiento Almacenado – Update</vt:lpstr>
      <vt:lpstr>Procedimiento Almacenado – Delete</vt:lpstr>
      <vt:lpstr>Procedimiento Almacenado – Ejecutar</vt:lpstr>
      <vt:lpstr>Preguntas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Laboratorio: Programación aplicada a la resolución de problemas de Ingeniería</dc:title>
  <dc:creator>Eric</dc:creator>
  <cp:lastModifiedBy>Carlos Castro Bustamante</cp:lastModifiedBy>
  <cp:revision>320</cp:revision>
  <dcterms:created xsi:type="dcterms:W3CDTF">2020-04-15T04:11:33Z</dcterms:created>
  <dcterms:modified xsi:type="dcterms:W3CDTF">2024-09-10T12:16:55Z</dcterms:modified>
</cp:coreProperties>
</file>